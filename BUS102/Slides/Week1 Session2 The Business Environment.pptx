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60" r:id="rId3"/>
  </p:sldMasterIdLst>
  <p:notesMasterIdLst>
    <p:notesMasterId r:id="rId5"/>
  </p:notesMasterIdLst>
  <p:sldIdLst>
    <p:sldId id="256" r:id="rId4"/>
    <p:sldId id="257" r:id="rId6"/>
    <p:sldId id="259" r:id="rId7"/>
    <p:sldId id="260" r:id="rId8"/>
    <p:sldId id="261" r:id="rId9"/>
    <p:sldId id="262" r:id="rId10"/>
    <p:sldId id="263" r:id="rId11"/>
    <p:sldId id="265" r:id="rId12"/>
    <p:sldId id="267" r:id="rId13"/>
    <p:sldId id="268" r:id="rId14"/>
    <p:sldId id="270" r:id="rId15"/>
    <p:sldId id="271" r:id="rId16"/>
    <p:sldId id="273" r:id="rId17"/>
    <p:sldId id="275" r:id="rId18"/>
    <p:sldId id="276" r:id="rId19"/>
    <p:sldId id="277" r:id="rId20"/>
    <p:sldId id="278" r:id="rId21"/>
    <p:sldId id="279" r:id="rId22"/>
  </p:sldIdLst>
  <p:sldSz cx="9144000" cy="6858000"/>
  <p:notesSz cx="6858000" cy="9144000"/>
  <p:embeddedFontLst>
    <p:embeddedFont>
      <p:font typeface="Calibri" panose="020F0502020204030204"/>
      <p:regular r:id="rId26"/>
    </p:embeddedFont>
    <p:embeddedFont>
      <p:font typeface="Helvetica Neue" panose="020B0604020202020204"/>
      <p:regular r:id="rId27"/>
    </p:embeddedFont>
    <p:embeddedFont>
      <p:font typeface="Tahoma" panose="020B0604030504040204"/>
      <p:regular r:id="rId28"/>
      <p:bold r:id="rId29"/>
    </p:embeddedFont>
    <p:embeddedFont>
      <p:font typeface="Arimo" panose="020B0604020202020204"/>
      <p:regular r:id="rId3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2139" userDrawn="1">
          <p15:clr>
            <a:srgbClr val="000000"/>
          </p15:clr>
        </p15:guide>
        <p15:guide id="2" orient="horz" pos="4095" userDrawn="1">
          <p15:clr>
            <a:srgbClr val="000000"/>
          </p15:clr>
        </p15:guide>
        <p15:guide id="3" orient="horz" pos="227" userDrawn="1">
          <p15:clr>
            <a:srgbClr val="000000"/>
          </p15:clr>
        </p15:guide>
        <p15:guide id="4" orient="horz" pos="3890" userDrawn="1">
          <p15:clr>
            <a:srgbClr val="000000"/>
          </p15:clr>
        </p15:guide>
        <p15:guide id="5" orient="horz" pos="540" userDrawn="1">
          <p15:clr>
            <a:srgbClr val="000000"/>
          </p15:clr>
        </p15:guide>
        <p15:guide id="6" orient="horz" pos="1035" userDrawn="1">
          <p15:clr>
            <a:srgbClr val="000000"/>
          </p15:clr>
        </p15:guide>
        <p15:guide id="7" pos="2884" userDrawn="1">
          <p15:clr>
            <a:srgbClr val="000000"/>
          </p15:clr>
        </p15:guide>
        <p15:guide id="8" pos="5556" userDrawn="1">
          <p15:clr>
            <a:srgbClr val="000000"/>
          </p15:clr>
        </p15:guide>
        <p15:guide id="9" pos="226" userDrawn="1">
          <p15:clr>
            <a:srgbClr val="000000"/>
          </p15:clr>
        </p15:guide>
        <p15:guide id="10" pos="333" userDrawn="1">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2139"/>
        <p:guide orient="horz" pos="4095"/>
        <p:guide orient="horz" pos="227"/>
        <p:guide orient="horz" pos="3890"/>
        <p:guide orient="horz" pos="540"/>
        <p:guide orient="horz" pos="1035"/>
        <p:guide pos="2884"/>
        <p:guide pos="5556"/>
        <p:guide pos="226"/>
        <p:guide pos="333"/>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0" Type="http://schemas.openxmlformats.org/officeDocument/2006/relationships/font" Target="fonts/font5.fntdata"/><Relationship Id="rId3" Type="http://schemas.openxmlformats.org/officeDocument/2006/relationships/slideMaster" Target="slideMasters/slideMaster2.xml"/><Relationship Id="rId29" Type="http://schemas.openxmlformats.org/officeDocument/2006/relationships/font" Target="fonts/font4.fntdata"/><Relationship Id="rId28" Type="http://schemas.openxmlformats.org/officeDocument/2006/relationships/font" Target="fonts/font3.fntdata"/><Relationship Id="rId27" Type="http://schemas.openxmlformats.org/officeDocument/2006/relationships/font" Target="fonts/font2.fntdata"/><Relationship Id="rId26" Type="http://schemas.openxmlformats.org/officeDocument/2006/relationships/font" Target="fonts/font1.fntdata"/><Relationship Id="rId25" Type="http://schemas.openxmlformats.org/officeDocument/2006/relationships/tableStyles" Target="tableStyles.xml"/><Relationship Id="rId24" Type="http://schemas.openxmlformats.org/officeDocument/2006/relationships/viewProps" Target="viewProps.xml"/><Relationship Id="rId23" Type="http://schemas.openxmlformats.org/officeDocument/2006/relationships/presProps" Target="presProps.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2" name="Shape 2"/>
        <p:cNvGrpSpPr/>
        <p:nvPr/>
      </p:nvGrpSpPr>
      <p:grpSpPr>
        <a:xfrm>
          <a:off x="0" y="0"/>
          <a:ext cx="0" cy="0"/>
          <a:chOff x="0" y="0"/>
          <a:chExt cx="0" cy="0"/>
        </a:xfrm>
      </p:grpSpPr>
      <p:sp>
        <p:nvSpPr>
          <p:cNvPr id="3" name="Google Shape;3;n"/>
          <p:cNvSpPr txBox="1"/>
          <p:nvPr>
            <p:ph type="hdr" idx="2"/>
          </p:nvPr>
        </p:nvSpPr>
        <p:spPr>
          <a:xfrm>
            <a:off x="0" y="0"/>
            <a:ext cx="2971800" cy="458787"/>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SzPts val="1400"/>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SzPts val="1400"/>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SzPts val="1400"/>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SzPts val="1400"/>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SzPts val="1400"/>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SzPts val="1400"/>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SzPts val="1400"/>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SzPts val="1400"/>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p:txBody>
      </p:sp>
      <p:sp>
        <p:nvSpPr>
          <p:cNvPr id="4" name="Google Shape;4;n"/>
          <p:cNvSpPr txBox="1"/>
          <p:nvPr>
            <p:ph type="dt" idx="10"/>
          </p:nvPr>
        </p:nvSpPr>
        <p:spPr>
          <a:xfrm>
            <a:off x="3884612" y="0"/>
            <a:ext cx="2971800" cy="458787"/>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SzPts val="1400"/>
              <a:buNone/>
              <a:defRPr sz="12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SzPts val="1400"/>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SzPts val="1400"/>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SzPts val="1400"/>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SzPts val="1400"/>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SzPts val="1400"/>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SzPts val="1400"/>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SzPts val="1400"/>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SzPts val="1400"/>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p:txBody>
      </p:sp>
      <p:sp>
        <p:nvSpPr>
          <p:cNvPr id="5" name="Google Shape;5;n"/>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
        <p:nvSpPr>
          <p:cNvPr id="6" name="Google Shape;6;n"/>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800" b="0" i="0" u="none" strike="noStrike" cap="none"/>
            </a:lvl1pPr>
            <a:lvl2pPr marL="914400" marR="0" lvl="1" indent="-228600" algn="l" rtl="0">
              <a:spcBef>
                <a:spcPts val="0"/>
              </a:spcBef>
              <a:spcAft>
                <a:spcPts val="0"/>
              </a:spcAft>
              <a:buSzPts val="1400"/>
              <a:buNone/>
              <a:defRPr sz="1800" b="0" i="0" u="none" strike="noStrike" cap="none"/>
            </a:lvl2pPr>
            <a:lvl3pPr marL="1371600" marR="0" lvl="2" indent="-228600" algn="l" rtl="0">
              <a:spcBef>
                <a:spcPts val="0"/>
              </a:spcBef>
              <a:spcAft>
                <a:spcPts val="0"/>
              </a:spcAft>
              <a:buSzPts val="1400"/>
              <a:buNone/>
              <a:defRPr sz="1800" b="0" i="0" u="none" strike="noStrike" cap="none"/>
            </a:lvl3pPr>
            <a:lvl4pPr marL="1828800" marR="0" lvl="3" indent="-228600" algn="l" rtl="0">
              <a:spcBef>
                <a:spcPts val="0"/>
              </a:spcBef>
              <a:spcAft>
                <a:spcPts val="0"/>
              </a:spcAft>
              <a:buSzPts val="1400"/>
              <a:buNone/>
              <a:defRPr sz="1800" b="0" i="0" u="none" strike="noStrike" cap="none"/>
            </a:lvl4pPr>
            <a:lvl5pPr marL="2286000" marR="0" lvl="4" indent="-228600" algn="l" rtl="0">
              <a:spcBef>
                <a:spcPts val="0"/>
              </a:spcBef>
              <a:spcAft>
                <a:spcPts val="0"/>
              </a:spcAft>
              <a:buSzPts val="1400"/>
              <a:buNone/>
              <a:defRPr sz="1800" b="0" i="0" u="none" strike="noStrike" cap="none"/>
            </a:lvl5pPr>
            <a:lvl6pPr marL="2743200" marR="0" lvl="5" indent="-228600" algn="l" rtl="0">
              <a:spcBef>
                <a:spcPts val="0"/>
              </a:spcBef>
              <a:spcAft>
                <a:spcPts val="0"/>
              </a:spcAft>
              <a:buSzPts val="1400"/>
              <a:buNone/>
              <a:defRPr sz="1800" b="0" i="0" u="none" strike="noStrike" cap="none"/>
            </a:lvl6pPr>
            <a:lvl7pPr marL="3200400" marR="0" lvl="6" indent="-228600" algn="l" rtl="0">
              <a:spcBef>
                <a:spcPts val="0"/>
              </a:spcBef>
              <a:spcAft>
                <a:spcPts val="0"/>
              </a:spcAft>
              <a:buSzPts val="1400"/>
              <a:buNone/>
              <a:defRPr sz="1800" b="0" i="0" u="none" strike="noStrike" cap="none"/>
            </a:lvl7pPr>
            <a:lvl8pPr marL="3657600" marR="0" lvl="7" indent="-228600" algn="l" rtl="0">
              <a:spcBef>
                <a:spcPts val="0"/>
              </a:spcBef>
              <a:spcAft>
                <a:spcPts val="0"/>
              </a:spcAft>
              <a:buSzPts val="1400"/>
              <a:buNone/>
              <a:defRPr sz="1800" b="0" i="0" u="none" strike="noStrike" cap="none"/>
            </a:lvl8pPr>
            <a:lvl9pPr marL="4114800" marR="0" lvl="8" indent="-228600" algn="l" rtl="0">
              <a:spcBef>
                <a:spcPts val="0"/>
              </a:spcBef>
              <a:spcAft>
                <a:spcPts val="0"/>
              </a:spcAft>
              <a:buSzPts val="1400"/>
              <a:buNone/>
              <a:defRPr sz="1800" b="0" i="0" u="none" strike="noStrike" cap="none"/>
            </a:lvl9pPr>
          </a:lstStyle>
          <a:p/>
        </p:txBody>
      </p:sp>
      <p:sp>
        <p:nvSpPr>
          <p:cNvPr id="7" name="Google Shape;7;n"/>
          <p:cNvSpPr txBox="1"/>
          <p:nvPr>
            <p:ph type="ftr" idx="11"/>
          </p:nvPr>
        </p:nvSpPr>
        <p:spPr>
          <a:xfrm>
            <a:off x="0" y="8685212"/>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SzPts val="1400"/>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SzPts val="1400"/>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SzPts val="1400"/>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SzPts val="1400"/>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SzPts val="1400"/>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SzPts val="1400"/>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SzPts val="1400"/>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SzPts val="1400"/>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SzPts val="1400"/>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p:txBody>
      </p:sp>
      <p:sp>
        <p:nvSpPr>
          <p:cNvPr id="8" name="Google Shape;8;n"/>
          <p:cNvSpPr txBox="1"/>
          <p:nvPr>
            <p:ph type="sldNum" idx="12"/>
          </p:nvPr>
        </p:nvSpPr>
        <p:spPr>
          <a:xfrm>
            <a:off x="3884612" y="8685212"/>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sz="1200" b="0" i="0" u="none" strike="noStrike" cap="none">
                <a:solidFill>
                  <a:srgbClr val="000000"/>
                </a:solidFill>
                <a:latin typeface="Arial" panose="020B0604020202020204"/>
                <a:ea typeface="Arial" panose="020B0604020202020204"/>
                <a:cs typeface="Arial" panose="020B0604020202020204"/>
                <a:sym typeface="Arial" panose="020B0604020202020204"/>
              </a:rPr>
            </a:fld>
            <a:endParaRPr lang="en-US" sz="12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66" name="Shape 66"/>
        <p:cNvGrpSpPr/>
        <p:nvPr/>
      </p:nvGrpSpPr>
      <p:grpSpPr>
        <a:xfrm>
          <a:off x="0" y="0"/>
          <a:ext cx="0" cy="0"/>
          <a:chOff x="0" y="0"/>
          <a:chExt cx="0" cy="0"/>
        </a:xfrm>
      </p:grpSpPr>
      <p:sp>
        <p:nvSpPr>
          <p:cNvPr id="67" name="Google Shape;67;p1:notes"/>
          <p:cNvSpPr/>
          <p:nvPr>
            <p:ph type="sldImg" idx="2"/>
          </p:nvPr>
        </p:nvSpPr>
        <p:spPr>
          <a:xfrm>
            <a:off x="1143000" y="685800"/>
            <a:ext cx="4573587"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68" name="Google Shape;68;p1: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69" name="Google Shape;69;p1:notes"/>
          <p:cNvSpPr txBox="1"/>
          <p:nvPr/>
        </p:nvSpPr>
        <p:spPr>
          <a:xfrm>
            <a:off x="3884612" y="8685212"/>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sz="1200" b="0" i="0" u="none" strike="noStrike" cap="none">
                <a:solidFill>
                  <a:srgbClr val="000000"/>
                </a:solidFill>
                <a:latin typeface="Arial" panose="020B0604020202020204"/>
                <a:ea typeface="Arial" panose="020B0604020202020204"/>
                <a:cs typeface="Arial" panose="020B0604020202020204"/>
                <a:sym typeface="Arial" panose="020B0604020202020204"/>
              </a:rPr>
            </a:fld>
            <a:endParaRPr lang="en-US" sz="12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79" name="Shape 79"/>
        <p:cNvGrpSpPr/>
        <p:nvPr/>
      </p:nvGrpSpPr>
      <p:grpSpPr>
        <a:xfrm>
          <a:off x="0" y="0"/>
          <a:ext cx="0" cy="0"/>
          <a:chOff x="0" y="0"/>
          <a:chExt cx="0" cy="0"/>
        </a:xfrm>
      </p:grpSpPr>
      <p:sp>
        <p:nvSpPr>
          <p:cNvPr id="80" name="Google Shape;80;p2:notes"/>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81" name="Google Shape;81;p2: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82" name="Google Shape;82;p2:notes"/>
          <p:cNvSpPr txBox="1"/>
          <p:nvPr/>
        </p:nvSpPr>
        <p:spPr>
          <a:xfrm>
            <a:off x="3884612" y="8685212"/>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sz="1200" b="0" i="0" u="none" strike="noStrike" cap="none">
                <a:solidFill>
                  <a:srgbClr val="000000"/>
                </a:solidFill>
                <a:latin typeface="Arial" panose="020B0604020202020204"/>
                <a:ea typeface="Arial" panose="020B0604020202020204"/>
                <a:cs typeface="Arial" panose="020B0604020202020204"/>
                <a:sym typeface="Arial" panose="020B0604020202020204"/>
              </a:rPr>
            </a:fld>
            <a:endParaRPr lang="en-US" sz="12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99" name="Shape 99"/>
        <p:cNvGrpSpPr/>
        <p:nvPr/>
      </p:nvGrpSpPr>
      <p:grpSpPr>
        <a:xfrm>
          <a:off x="0" y="0"/>
          <a:ext cx="0" cy="0"/>
          <a:chOff x="0" y="0"/>
          <a:chExt cx="0" cy="0"/>
        </a:xfrm>
      </p:grpSpPr>
      <p:sp>
        <p:nvSpPr>
          <p:cNvPr id="100" name="Google Shape;100;p4: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01" name="Google Shape;101;p4:notes"/>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8" name="Shape 108"/>
        <p:cNvGrpSpPr/>
        <p:nvPr/>
      </p:nvGrpSpPr>
      <p:grpSpPr>
        <a:xfrm>
          <a:off x="0" y="0"/>
          <a:ext cx="0" cy="0"/>
          <a:chOff x="0" y="0"/>
          <a:chExt cx="0" cy="0"/>
        </a:xfrm>
      </p:grpSpPr>
      <p:sp>
        <p:nvSpPr>
          <p:cNvPr id="109" name="Google Shape;109;p5: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10" name="Google Shape;110;p5:notes"/>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17" name="Shape 117"/>
        <p:cNvGrpSpPr/>
        <p:nvPr/>
      </p:nvGrpSpPr>
      <p:grpSpPr>
        <a:xfrm>
          <a:off x="0" y="0"/>
          <a:ext cx="0" cy="0"/>
          <a:chOff x="0" y="0"/>
          <a:chExt cx="0" cy="0"/>
        </a:xfrm>
      </p:grpSpPr>
      <p:sp>
        <p:nvSpPr>
          <p:cNvPr id="118" name="Google Shape;118;p6: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19" name="Google Shape;119;p6:notes"/>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26" name="Shape 126"/>
        <p:cNvGrpSpPr/>
        <p:nvPr/>
      </p:nvGrpSpPr>
      <p:grpSpPr>
        <a:xfrm>
          <a:off x="0" y="0"/>
          <a:ext cx="0" cy="0"/>
          <a:chOff x="0" y="0"/>
          <a:chExt cx="0" cy="0"/>
        </a:xfrm>
      </p:grpSpPr>
      <p:sp>
        <p:nvSpPr>
          <p:cNvPr id="127" name="Google Shape;127;p7:notes"/>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128" name="Google Shape;128;p7:notes"/>
          <p:cNvSpPr txBox="1"/>
          <p:nvPr/>
        </p:nvSpPr>
        <p:spPr>
          <a:xfrm>
            <a:off x="0" y="8685212"/>
            <a:ext cx="2971800" cy="458787"/>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000000"/>
              </a:buClr>
              <a:buSzPts val="1200"/>
              <a:buFont typeface="Arial" panose="020B0604020202020204"/>
              <a:buNone/>
            </a:pPr>
            <a:r>
              <a:rPr lang="en-US" sz="1200" b="0" i="0" u="none">
                <a:solidFill>
                  <a:srgbClr val="000000"/>
                </a:solidFill>
                <a:latin typeface="Arial" panose="020B0604020202020204"/>
                <a:ea typeface="Arial" panose="020B0604020202020204"/>
                <a:cs typeface="Arial" panose="020B0604020202020204"/>
                <a:sym typeface="Arial" panose="020B0604020202020204"/>
              </a:rPr>
              <a:t>Copyright @2020 Nusrat Hafiz. All Rights Reserved.</a:t>
            </a:r>
            <a:endParaRPr lang="en-US" sz="1200" b="0" i="0" u="none">
              <a:solidFill>
                <a:srgbClr val="000000"/>
              </a:solidFill>
              <a:latin typeface="Arial" panose="020B0604020202020204"/>
              <a:ea typeface="Arial" panose="020B0604020202020204"/>
              <a:cs typeface="Arial" panose="020B0604020202020204"/>
              <a:sym typeface="Arial" panose="020B0604020202020204"/>
            </a:endParaRPr>
          </a:p>
        </p:txBody>
      </p:sp>
      <p:sp>
        <p:nvSpPr>
          <p:cNvPr id="129" name="Google Shape;129;p7:notes"/>
          <p:cNvSpPr txBox="1"/>
          <p:nvPr/>
        </p:nvSpPr>
        <p:spPr>
          <a:xfrm>
            <a:off x="0" y="0"/>
            <a:ext cx="2971800" cy="45878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200"/>
              <a:buFont typeface="Arial" panose="020B0604020202020204"/>
              <a:buNone/>
            </a:pPr>
            <a:r>
              <a:rPr lang="en-US" sz="1200" b="0" i="0" u="none">
                <a:solidFill>
                  <a:srgbClr val="000000"/>
                </a:solidFill>
                <a:latin typeface="Arial" panose="020B0604020202020204"/>
                <a:ea typeface="Arial" panose="020B0604020202020204"/>
                <a:cs typeface="Arial" panose="020B0604020202020204"/>
                <a:sym typeface="Arial" panose="020B0604020202020204"/>
              </a:rPr>
              <a:t>Introduction to Business (BUS 101). Course Instructor: Nusrat Hafiz (NHF)</a:t>
            </a:r>
            <a:endParaRPr lang="en-US" sz="1200" b="0" i="0" u="none">
              <a:solidFill>
                <a:srgbClr val="000000"/>
              </a:solidFill>
              <a:latin typeface="Arial" panose="020B0604020202020204"/>
              <a:ea typeface="Arial" panose="020B0604020202020204"/>
              <a:cs typeface="Arial" panose="020B0604020202020204"/>
              <a:sym typeface="Arial" panose="020B0604020202020204"/>
            </a:endParaRPr>
          </a:p>
        </p:txBody>
      </p:sp>
      <p:sp>
        <p:nvSpPr>
          <p:cNvPr id="130" name="Google Shape;130;p7: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43" name="Shape 143"/>
        <p:cNvGrpSpPr/>
        <p:nvPr/>
      </p:nvGrpSpPr>
      <p:grpSpPr>
        <a:xfrm>
          <a:off x="0" y="0"/>
          <a:ext cx="0" cy="0"/>
          <a:chOff x="0" y="0"/>
          <a:chExt cx="0" cy="0"/>
        </a:xfrm>
      </p:grpSpPr>
      <p:sp>
        <p:nvSpPr>
          <p:cNvPr id="144" name="Google Shape;144;p8:notes"/>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145" name="Google Shape;145;p8:notes"/>
          <p:cNvSpPr txBox="1"/>
          <p:nvPr/>
        </p:nvSpPr>
        <p:spPr>
          <a:xfrm>
            <a:off x="3884612" y="8685212"/>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sz="1200" b="0" i="0" u="none">
                <a:solidFill>
                  <a:srgbClr val="000000"/>
                </a:solidFill>
                <a:latin typeface="Arial" panose="020B0604020202020204"/>
                <a:ea typeface="Arial" panose="020B0604020202020204"/>
                <a:cs typeface="Arial" panose="020B0604020202020204"/>
                <a:sym typeface="Arial" panose="020B0604020202020204"/>
              </a:rPr>
            </a:fld>
            <a:endParaRPr lang="en-US" sz="1200" b="0" i="0" u="none">
              <a:solidFill>
                <a:srgbClr val="000000"/>
              </a:solidFill>
              <a:latin typeface="Arial" panose="020B0604020202020204"/>
              <a:ea typeface="Arial" panose="020B0604020202020204"/>
              <a:cs typeface="Arial" panose="020B0604020202020204"/>
              <a:sym typeface="Arial" panose="020B0604020202020204"/>
            </a:endParaRPr>
          </a:p>
        </p:txBody>
      </p:sp>
      <p:sp>
        <p:nvSpPr>
          <p:cNvPr id="146" name="Google Shape;146;p8:notes"/>
          <p:cNvSpPr txBox="1"/>
          <p:nvPr/>
        </p:nvSpPr>
        <p:spPr>
          <a:xfrm>
            <a:off x="0" y="8685212"/>
            <a:ext cx="2971800" cy="458787"/>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000000"/>
              </a:buClr>
              <a:buSzPts val="1200"/>
              <a:buFont typeface="Arial" panose="020B0604020202020204"/>
              <a:buNone/>
            </a:pPr>
            <a:r>
              <a:rPr lang="en-US" sz="1200" b="0" i="0" u="none">
                <a:solidFill>
                  <a:srgbClr val="000000"/>
                </a:solidFill>
                <a:latin typeface="Arial" panose="020B0604020202020204"/>
                <a:ea typeface="Arial" panose="020B0604020202020204"/>
                <a:cs typeface="Arial" panose="020B0604020202020204"/>
                <a:sym typeface="Arial" panose="020B0604020202020204"/>
              </a:rPr>
              <a:t>Copyright @2020 Nusrat Hafiz. All Rights Reserved.</a:t>
            </a:r>
            <a:endParaRPr lang="en-US" sz="1200" b="0" i="0" u="none">
              <a:solidFill>
                <a:srgbClr val="000000"/>
              </a:solidFill>
              <a:latin typeface="Arial" panose="020B0604020202020204"/>
              <a:ea typeface="Arial" panose="020B0604020202020204"/>
              <a:cs typeface="Arial" panose="020B0604020202020204"/>
              <a:sym typeface="Arial" panose="020B0604020202020204"/>
            </a:endParaRPr>
          </a:p>
        </p:txBody>
      </p:sp>
      <p:sp>
        <p:nvSpPr>
          <p:cNvPr id="147" name="Google Shape;147;p8:notes"/>
          <p:cNvSpPr txBox="1"/>
          <p:nvPr/>
        </p:nvSpPr>
        <p:spPr>
          <a:xfrm>
            <a:off x="0" y="0"/>
            <a:ext cx="2971800" cy="45878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200"/>
              <a:buFont typeface="Arial" panose="020B0604020202020204"/>
              <a:buNone/>
            </a:pPr>
            <a:r>
              <a:rPr lang="en-US" sz="1200" b="0" i="0" u="none">
                <a:solidFill>
                  <a:srgbClr val="000000"/>
                </a:solidFill>
                <a:latin typeface="Arial" panose="020B0604020202020204"/>
                <a:ea typeface="Arial" panose="020B0604020202020204"/>
                <a:cs typeface="Arial" panose="020B0604020202020204"/>
                <a:sym typeface="Arial" panose="020B0604020202020204"/>
              </a:rPr>
              <a:t>Introduction to Business (BUS 101). Course Instructor: Nusrat Hafiz (NHF)</a:t>
            </a:r>
            <a:endParaRPr lang="en-US" sz="1200" b="0" i="0" u="none">
              <a:solidFill>
                <a:srgbClr val="000000"/>
              </a:solidFill>
              <a:latin typeface="Arial" panose="020B0604020202020204"/>
              <a:ea typeface="Arial" panose="020B0604020202020204"/>
              <a:cs typeface="Arial" panose="020B0604020202020204"/>
              <a:sym typeface="Arial" panose="020B0604020202020204"/>
            </a:endParaRPr>
          </a:p>
        </p:txBody>
      </p:sp>
      <p:sp>
        <p:nvSpPr>
          <p:cNvPr id="148" name="Google Shape;148;p8: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81" name="Shape 181"/>
        <p:cNvGrpSpPr/>
        <p:nvPr/>
      </p:nvGrpSpPr>
      <p:grpSpPr>
        <a:xfrm>
          <a:off x="0" y="0"/>
          <a:ext cx="0" cy="0"/>
          <a:chOff x="0" y="0"/>
          <a:chExt cx="0" cy="0"/>
        </a:xfrm>
      </p:grpSpPr>
      <p:sp>
        <p:nvSpPr>
          <p:cNvPr id="182" name="Google Shape;182;p10:notes"/>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183" name="Google Shape;183;p10:notes"/>
          <p:cNvSpPr txBox="1"/>
          <p:nvPr/>
        </p:nvSpPr>
        <p:spPr>
          <a:xfrm>
            <a:off x="3884612" y="8685212"/>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sz="1200" b="0" i="0" u="none">
                <a:solidFill>
                  <a:srgbClr val="000000"/>
                </a:solidFill>
                <a:latin typeface="Arial" panose="020B0604020202020204"/>
                <a:ea typeface="Arial" panose="020B0604020202020204"/>
                <a:cs typeface="Arial" panose="020B0604020202020204"/>
                <a:sym typeface="Arial" panose="020B0604020202020204"/>
              </a:rPr>
            </a:fld>
            <a:endParaRPr lang="en-US" sz="1200" b="0" i="0" u="none">
              <a:solidFill>
                <a:srgbClr val="000000"/>
              </a:solidFill>
              <a:latin typeface="Arial" panose="020B0604020202020204"/>
              <a:ea typeface="Arial" panose="020B0604020202020204"/>
              <a:cs typeface="Arial" panose="020B0604020202020204"/>
              <a:sym typeface="Arial" panose="020B0604020202020204"/>
            </a:endParaRPr>
          </a:p>
        </p:txBody>
      </p:sp>
      <p:sp>
        <p:nvSpPr>
          <p:cNvPr id="184" name="Google Shape;184;p10: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217" name="Shape 217"/>
        <p:cNvGrpSpPr/>
        <p:nvPr/>
      </p:nvGrpSpPr>
      <p:grpSpPr>
        <a:xfrm>
          <a:off x="0" y="0"/>
          <a:ext cx="0" cy="0"/>
          <a:chOff x="0" y="0"/>
          <a:chExt cx="0" cy="0"/>
        </a:xfrm>
      </p:grpSpPr>
      <p:sp>
        <p:nvSpPr>
          <p:cNvPr id="218" name="Google Shape;218;p12:notes"/>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219" name="Google Shape;219;p12:notes"/>
          <p:cNvSpPr txBox="1"/>
          <p:nvPr/>
        </p:nvSpPr>
        <p:spPr>
          <a:xfrm>
            <a:off x="3884612" y="8685212"/>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sz="1200" b="0" i="0" u="none">
                <a:solidFill>
                  <a:srgbClr val="000000"/>
                </a:solidFill>
                <a:latin typeface="Arial" panose="020B0604020202020204"/>
                <a:ea typeface="Arial" panose="020B0604020202020204"/>
                <a:cs typeface="Arial" panose="020B0604020202020204"/>
                <a:sym typeface="Arial" panose="020B0604020202020204"/>
              </a:rPr>
            </a:fld>
            <a:endParaRPr lang="en-US" sz="1200" b="0" i="0" u="none">
              <a:solidFill>
                <a:srgbClr val="000000"/>
              </a:solidFill>
              <a:latin typeface="Arial" panose="020B0604020202020204"/>
              <a:ea typeface="Arial" panose="020B0604020202020204"/>
              <a:cs typeface="Arial" panose="020B0604020202020204"/>
              <a:sym typeface="Arial" panose="020B0604020202020204"/>
            </a:endParaRPr>
          </a:p>
        </p:txBody>
      </p:sp>
      <p:sp>
        <p:nvSpPr>
          <p:cNvPr id="220" name="Google Shape;220;p12: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236" name="Shape 236"/>
        <p:cNvGrpSpPr/>
        <p:nvPr/>
      </p:nvGrpSpPr>
      <p:grpSpPr>
        <a:xfrm>
          <a:off x="0" y="0"/>
          <a:ext cx="0" cy="0"/>
          <a:chOff x="0" y="0"/>
          <a:chExt cx="0" cy="0"/>
        </a:xfrm>
      </p:grpSpPr>
      <p:sp>
        <p:nvSpPr>
          <p:cNvPr id="237" name="Google Shape;237;p13:notes"/>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238" name="Google Shape;238;p13:notes"/>
          <p:cNvSpPr txBox="1"/>
          <p:nvPr/>
        </p:nvSpPr>
        <p:spPr>
          <a:xfrm>
            <a:off x="3884612" y="8685212"/>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sz="1200" b="0" i="0" u="none">
                <a:solidFill>
                  <a:srgbClr val="000000"/>
                </a:solidFill>
                <a:latin typeface="Arial" panose="020B0604020202020204"/>
                <a:ea typeface="Arial" panose="020B0604020202020204"/>
                <a:cs typeface="Arial" panose="020B0604020202020204"/>
                <a:sym typeface="Arial" panose="020B0604020202020204"/>
              </a:rPr>
            </a:fld>
            <a:endParaRPr lang="en-US" sz="1200" b="0" i="0" u="none">
              <a:solidFill>
                <a:srgbClr val="000000"/>
              </a:solidFill>
              <a:latin typeface="Arial" panose="020B0604020202020204"/>
              <a:ea typeface="Arial" panose="020B0604020202020204"/>
              <a:cs typeface="Arial" panose="020B0604020202020204"/>
              <a:sym typeface="Arial" panose="020B0604020202020204"/>
            </a:endParaRPr>
          </a:p>
        </p:txBody>
      </p:sp>
      <p:sp>
        <p:nvSpPr>
          <p:cNvPr id="239" name="Google Shape;239;p13: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273" name="Shape 273"/>
        <p:cNvGrpSpPr/>
        <p:nvPr/>
      </p:nvGrpSpPr>
      <p:grpSpPr>
        <a:xfrm>
          <a:off x="0" y="0"/>
          <a:ext cx="0" cy="0"/>
          <a:chOff x="0" y="0"/>
          <a:chExt cx="0" cy="0"/>
        </a:xfrm>
      </p:grpSpPr>
      <p:sp>
        <p:nvSpPr>
          <p:cNvPr id="274" name="Google Shape;274;p15:notes"/>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275" name="Google Shape;275;p15:notes"/>
          <p:cNvSpPr txBox="1"/>
          <p:nvPr/>
        </p:nvSpPr>
        <p:spPr>
          <a:xfrm>
            <a:off x="3884612" y="8685212"/>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sz="1200" b="0" i="0" u="none">
                <a:solidFill>
                  <a:srgbClr val="000000"/>
                </a:solidFill>
                <a:latin typeface="Arial" panose="020B0604020202020204"/>
                <a:ea typeface="Arial" panose="020B0604020202020204"/>
                <a:cs typeface="Arial" panose="020B0604020202020204"/>
                <a:sym typeface="Arial" panose="020B0604020202020204"/>
              </a:rPr>
            </a:fld>
            <a:endParaRPr lang="en-US" sz="1200" b="0" i="0" u="none">
              <a:solidFill>
                <a:srgbClr val="000000"/>
              </a:solidFill>
              <a:latin typeface="Arial" panose="020B0604020202020204"/>
              <a:ea typeface="Arial" panose="020B0604020202020204"/>
              <a:cs typeface="Arial" panose="020B0604020202020204"/>
              <a:sym typeface="Arial" panose="020B0604020202020204"/>
            </a:endParaRPr>
          </a:p>
        </p:txBody>
      </p:sp>
      <p:sp>
        <p:nvSpPr>
          <p:cNvPr id="276" name="Google Shape;276;p15: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292" name="Shape 292"/>
        <p:cNvGrpSpPr/>
        <p:nvPr/>
      </p:nvGrpSpPr>
      <p:grpSpPr>
        <a:xfrm>
          <a:off x="0" y="0"/>
          <a:ext cx="0" cy="0"/>
          <a:chOff x="0" y="0"/>
          <a:chExt cx="0" cy="0"/>
        </a:xfrm>
      </p:grpSpPr>
      <p:sp>
        <p:nvSpPr>
          <p:cNvPr id="293" name="Google Shape;293;p16:notes"/>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294" name="Google Shape;294;p16:notes"/>
          <p:cNvSpPr txBox="1"/>
          <p:nvPr/>
        </p:nvSpPr>
        <p:spPr>
          <a:xfrm>
            <a:off x="3884612" y="8685212"/>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sz="1200" b="0" i="0" u="none">
                <a:solidFill>
                  <a:srgbClr val="000000"/>
                </a:solidFill>
                <a:latin typeface="Arial" panose="020B0604020202020204"/>
                <a:ea typeface="Arial" panose="020B0604020202020204"/>
                <a:cs typeface="Arial" panose="020B0604020202020204"/>
                <a:sym typeface="Arial" panose="020B0604020202020204"/>
              </a:rPr>
            </a:fld>
            <a:endParaRPr lang="en-US" sz="1200" b="0" i="0" u="none">
              <a:solidFill>
                <a:srgbClr val="000000"/>
              </a:solidFill>
              <a:latin typeface="Arial" panose="020B0604020202020204"/>
              <a:ea typeface="Arial" panose="020B0604020202020204"/>
              <a:cs typeface="Arial" panose="020B0604020202020204"/>
              <a:sym typeface="Arial" panose="020B0604020202020204"/>
            </a:endParaRPr>
          </a:p>
        </p:txBody>
      </p:sp>
      <p:sp>
        <p:nvSpPr>
          <p:cNvPr id="295" name="Google Shape;295;p16: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331" name="Shape 331"/>
        <p:cNvGrpSpPr/>
        <p:nvPr/>
      </p:nvGrpSpPr>
      <p:grpSpPr>
        <a:xfrm>
          <a:off x="0" y="0"/>
          <a:ext cx="0" cy="0"/>
          <a:chOff x="0" y="0"/>
          <a:chExt cx="0" cy="0"/>
        </a:xfrm>
      </p:grpSpPr>
      <p:sp>
        <p:nvSpPr>
          <p:cNvPr id="332" name="Google Shape;332;p18:notes"/>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333" name="Google Shape;333;p18:notes"/>
          <p:cNvSpPr txBox="1"/>
          <p:nvPr/>
        </p:nvSpPr>
        <p:spPr>
          <a:xfrm>
            <a:off x="3884612" y="8685212"/>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sz="1200" b="0" i="0" u="none">
                <a:solidFill>
                  <a:srgbClr val="000000"/>
                </a:solidFill>
                <a:latin typeface="Arial" panose="020B0604020202020204"/>
                <a:ea typeface="Arial" panose="020B0604020202020204"/>
                <a:cs typeface="Arial" panose="020B0604020202020204"/>
                <a:sym typeface="Arial" panose="020B0604020202020204"/>
              </a:rPr>
            </a:fld>
            <a:endParaRPr lang="en-US" sz="1200" b="0" i="0" u="none">
              <a:solidFill>
                <a:srgbClr val="000000"/>
              </a:solidFill>
              <a:latin typeface="Arial" panose="020B0604020202020204"/>
              <a:ea typeface="Arial" panose="020B0604020202020204"/>
              <a:cs typeface="Arial" panose="020B0604020202020204"/>
              <a:sym typeface="Arial" panose="020B0604020202020204"/>
            </a:endParaRPr>
          </a:p>
        </p:txBody>
      </p:sp>
      <p:sp>
        <p:nvSpPr>
          <p:cNvPr id="334" name="Google Shape;334;p18: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361" name="Shape 361"/>
        <p:cNvGrpSpPr/>
        <p:nvPr/>
      </p:nvGrpSpPr>
      <p:grpSpPr>
        <a:xfrm>
          <a:off x="0" y="0"/>
          <a:ext cx="0" cy="0"/>
          <a:chOff x="0" y="0"/>
          <a:chExt cx="0" cy="0"/>
        </a:xfrm>
      </p:grpSpPr>
      <p:sp>
        <p:nvSpPr>
          <p:cNvPr id="362" name="Google Shape;362;p20: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363" name="Google Shape;363;p20:notes"/>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PhAnim="0" showMasterSp="0">
  <p:cSld>
    <p:spTree>
      <p:nvGrpSpPr>
        <p:cNvPr id="370" name="Shape 370"/>
        <p:cNvGrpSpPr/>
        <p:nvPr/>
      </p:nvGrpSpPr>
      <p:grpSpPr>
        <a:xfrm>
          <a:off x="0" y="0"/>
          <a:ext cx="0" cy="0"/>
          <a:chOff x="0" y="0"/>
          <a:chExt cx="0" cy="0"/>
        </a:xfrm>
      </p:grpSpPr>
      <p:sp>
        <p:nvSpPr>
          <p:cNvPr id="371" name="Google Shape;371;p21: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372" name="Google Shape;372;p21:notes"/>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PhAnim="0" showMasterSp="0">
  <p:cSld>
    <p:spTree>
      <p:nvGrpSpPr>
        <p:cNvPr id="378" name="Shape 378"/>
        <p:cNvGrpSpPr/>
        <p:nvPr/>
      </p:nvGrpSpPr>
      <p:grpSpPr>
        <a:xfrm>
          <a:off x="0" y="0"/>
          <a:ext cx="0" cy="0"/>
          <a:chOff x="0" y="0"/>
          <a:chExt cx="0" cy="0"/>
        </a:xfrm>
      </p:grpSpPr>
      <p:sp>
        <p:nvSpPr>
          <p:cNvPr id="379" name="Google Shape;379;p22: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380" name="Google Shape;380;p22:notes"/>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PhAnim="0" showMasterSp="0">
  <p:cSld>
    <p:spTree>
      <p:nvGrpSpPr>
        <p:cNvPr id="387" name="Shape 387"/>
        <p:cNvGrpSpPr/>
        <p:nvPr/>
      </p:nvGrpSpPr>
      <p:grpSpPr>
        <a:xfrm>
          <a:off x="0" y="0"/>
          <a:ext cx="0" cy="0"/>
          <a:chOff x="0" y="0"/>
          <a:chExt cx="0" cy="0"/>
        </a:xfrm>
      </p:grpSpPr>
      <p:sp>
        <p:nvSpPr>
          <p:cNvPr id="388" name="Google Shape;388;p23: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389" name="Google Shape;389;p23:notes"/>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PhAnim="0" showMasterSp="0">
  <p:cSld>
    <p:spTree>
      <p:nvGrpSpPr>
        <p:cNvPr id="395" name="Shape 395"/>
        <p:cNvGrpSpPr/>
        <p:nvPr/>
      </p:nvGrpSpPr>
      <p:grpSpPr>
        <a:xfrm>
          <a:off x="0" y="0"/>
          <a:ext cx="0" cy="0"/>
          <a:chOff x="0" y="0"/>
          <a:chExt cx="0" cy="0"/>
        </a:xfrm>
      </p:grpSpPr>
      <p:sp>
        <p:nvSpPr>
          <p:cNvPr id="396" name="Google Shape;396;p24:notes"/>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397" name="Google Shape;397;p24:notes"/>
          <p:cNvSpPr txBox="1"/>
          <p:nvPr/>
        </p:nvSpPr>
        <p:spPr>
          <a:xfrm>
            <a:off x="3884612" y="8685212"/>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sz="1200" b="0" i="0" u="none">
                <a:solidFill>
                  <a:srgbClr val="000000"/>
                </a:solidFill>
                <a:latin typeface="Arial" panose="020B0604020202020204"/>
                <a:ea typeface="Arial" panose="020B0604020202020204"/>
                <a:cs typeface="Arial" panose="020B0604020202020204"/>
                <a:sym typeface="Arial" panose="020B0604020202020204"/>
              </a:rPr>
            </a:fld>
            <a:endParaRPr lang="en-US" sz="1200" b="0" i="0" u="none">
              <a:solidFill>
                <a:srgbClr val="000000"/>
              </a:solidFill>
              <a:latin typeface="Arial" panose="020B0604020202020204"/>
              <a:ea typeface="Arial" panose="020B0604020202020204"/>
              <a:cs typeface="Arial" panose="020B0604020202020204"/>
              <a:sym typeface="Arial" panose="020B0604020202020204"/>
            </a:endParaRPr>
          </a:p>
        </p:txBody>
      </p:sp>
      <p:sp>
        <p:nvSpPr>
          <p:cNvPr id="398" name="Google Shape;398;p24: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14" name="Shape 14"/>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7" name="Google Shape;17;p3"/>
          <p:cNvSpPr txBox="1"/>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Autofit/>
          </a:bodyPr>
          <a:lstStyle>
            <a:lvl1pPr lvl="0" algn="ctr">
              <a:spcBef>
                <a:spcPts val="640"/>
              </a:spcBef>
              <a:spcAft>
                <a:spcPts val="0"/>
              </a:spcAft>
              <a:buClr>
                <a:schemeClr val="dk1"/>
              </a:buClr>
              <a:buSzPts val="3200"/>
              <a:buFont typeface="Arial" panose="020B0604020202020204"/>
              <a:buNone/>
              <a:defRPr/>
            </a:lvl1pPr>
            <a:lvl2pPr lvl="1" algn="ctr">
              <a:spcBef>
                <a:spcPts val="560"/>
              </a:spcBef>
              <a:spcAft>
                <a:spcPts val="0"/>
              </a:spcAft>
              <a:buClr>
                <a:schemeClr val="dk1"/>
              </a:buClr>
              <a:buSzPts val="2800"/>
              <a:buFont typeface="Arial" panose="020B0604020202020204"/>
              <a:buNone/>
              <a:defRPr/>
            </a:lvl2pPr>
            <a:lvl3pPr lvl="2" algn="ctr">
              <a:spcBef>
                <a:spcPts val="480"/>
              </a:spcBef>
              <a:spcAft>
                <a:spcPts val="0"/>
              </a:spcAft>
              <a:buClr>
                <a:schemeClr val="dk1"/>
              </a:buClr>
              <a:buSzPts val="2400"/>
              <a:buFont typeface="Arial" panose="020B0604020202020204"/>
              <a:buNone/>
              <a:defRPr/>
            </a:lvl3pPr>
            <a:lvl4pPr lvl="3" algn="ctr">
              <a:spcBef>
                <a:spcPts val="400"/>
              </a:spcBef>
              <a:spcAft>
                <a:spcPts val="0"/>
              </a:spcAft>
              <a:buClr>
                <a:schemeClr val="dk1"/>
              </a:buClr>
              <a:buSzPts val="2000"/>
              <a:buFont typeface="Arial" panose="020B0604020202020204"/>
              <a:buNone/>
              <a:defRPr/>
            </a:lvl4pPr>
            <a:lvl5pPr lvl="4" algn="ctr">
              <a:spcBef>
                <a:spcPts val="400"/>
              </a:spcBef>
              <a:spcAft>
                <a:spcPts val="0"/>
              </a:spcAft>
              <a:buClr>
                <a:schemeClr val="dk1"/>
              </a:buClr>
              <a:buSzPts val="2000"/>
              <a:buFont typeface="Arial" panose="020B0604020202020204"/>
              <a:buNone/>
              <a:defRPr/>
            </a:lvl5pPr>
            <a:lvl6pPr lvl="5" algn="ctr">
              <a:spcBef>
                <a:spcPts val="400"/>
              </a:spcBef>
              <a:spcAft>
                <a:spcPts val="0"/>
              </a:spcAft>
              <a:buClr>
                <a:schemeClr val="dk1"/>
              </a:buClr>
              <a:buSzPts val="2000"/>
              <a:buFont typeface="Arial" panose="020B0604020202020204"/>
              <a:buNone/>
              <a:defRPr/>
            </a:lvl6pPr>
            <a:lvl7pPr lvl="6" algn="ctr">
              <a:spcBef>
                <a:spcPts val="400"/>
              </a:spcBef>
              <a:spcAft>
                <a:spcPts val="0"/>
              </a:spcAft>
              <a:buClr>
                <a:schemeClr val="dk1"/>
              </a:buClr>
              <a:buSzPts val="2000"/>
              <a:buFont typeface="Arial" panose="020B0604020202020204"/>
              <a:buNone/>
              <a:defRPr/>
            </a:lvl7pPr>
            <a:lvl8pPr lvl="7" algn="ctr">
              <a:spcBef>
                <a:spcPts val="400"/>
              </a:spcBef>
              <a:spcAft>
                <a:spcPts val="0"/>
              </a:spcAft>
              <a:buClr>
                <a:schemeClr val="dk1"/>
              </a:buClr>
              <a:buSzPts val="2000"/>
              <a:buFont typeface="Arial" panose="020B0604020202020204"/>
              <a:buNone/>
              <a:defRPr/>
            </a:lvl8pPr>
            <a:lvl9pPr lvl="8" algn="ctr">
              <a:spcBef>
                <a:spcPts val="400"/>
              </a:spcBef>
              <a:spcAft>
                <a:spcPts val="0"/>
              </a:spcAft>
              <a:buClr>
                <a:schemeClr val="dk1"/>
              </a:buClr>
              <a:buSzPts val="2000"/>
              <a:buFont typeface="Arial" panose="020B0604020202020204"/>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matchingName="Title and Content">
  <p:cSld name="OBJECT">
    <p:spTree>
      <p:nvGrpSpPr>
        <p:cNvPr id="18" name="Shape 18"/>
        <p:cNvGrpSpPr/>
        <p:nvPr/>
      </p:nvGrpSpPr>
      <p:grpSpPr>
        <a:xfrm>
          <a:off x="0" y="0"/>
          <a:ext cx="0" cy="0"/>
          <a:chOff x="0" y="0"/>
          <a:chExt cx="0" cy="0"/>
        </a:xfrm>
      </p:grpSpPr>
      <p:sp>
        <p:nvSpPr>
          <p:cNvPr id="19" name="Google Shape;19;p4"/>
          <p:cNvSpPr txBox="1"/>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0" name="Google Shape;20;p4"/>
          <p:cNvSpPr txBox="1"/>
          <p:nvPr>
            <p:ph type="body" idx="1"/>
          </p:nvPr>
        </p:nvSpPr>
        <p:spPr>
          <a:xfrm>
            <a:off x="457200" y="1600200"/>
            <a:ext cx="8229600" cy="4525962"/>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Two Content">
  <p:cSld name="TWO_OBJECTS">
    <p:spTree>
      <p:nvGrpSpPr>
        <p:cNvPr id="21" name="Shape 21"/>
        <p:cNvGrpSpPr/>
        <p:nvPr/>
      </p:nvGrpSpPr>
      <p:grpSpPr>
        <a:xfrm>
          <a:off x="0" y="0"/>
          <a:ext cx="0" cy="0"/>
          <a:chOff x="0" y="0"/>
          <a:chExt cx="0" cy="0"/>
        </a:xfrm>
      </p:grpSpPr>
      <p:sp>
        <p:nvSpPr>
          <p:cNvPr id="22" name="Google Shape;22;p5"/>
          <p:cNvSpPr txBox="1"/>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3" name="Google Shape;23;p5"/>
          <p:cNvSpPr txBox="1"/>
          <p:nvPr>
            <p:ph type="body" idx="1"/>
          </p:nvPr>
        </p:nvSpPr>
        <p:spPr>
          <a:xfrm>
            <a:off x="457200" y="1600200"/>
            <a:ext cx="4038600" cy="4525963"/>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chemeClr val="dk1"/>
              </a:buClr>
              <a:buSzPts val="2800"/>
              <a:buFont typeface="Arial" panose="020B0604020202020204"/>
              <a:buChar char="•"/>
              <a:defRPr sz="2800"/>
            </a:lvl1pPr>
            <a:lvl2pPr marL="914400" lvl="1" indent="-381000" algn="l">
              <a:spcBef>
                <a:spcPts val="480"/>
              </a:spcBef>
              <a:spcAft>
                <a:spcPts val="0"/>
              </a:spcAft>
              <a:buClr>
                <a:schemeClr val="dk1"/>
              </a:buClr>
              <a:buSzPts val="2400"/>
              <a:buFont typeface="Arial" panose="020B0604020202020204"/>
              <a:buChar char="–"/>
              <a:defRPr sz="2400"/>
            </a:lvl2pPr>
            <a:lvl3pPr marL="1371600" lvl="2" indent="-355600" algn="l">
              <a:spcBef>
                <a:spcPts val="400"/>
              </a:spcBef>
              <a:spcAft>
                <a:spcPts val="0"/>
              </a:spcAft>
              <a:buClr>
                <a:schemeClr val="dk1"/>
              </a:buClr>
              <a:buSzPts val="2000"/>
              <a:buFont typeface="Arial" panose="020B0604020202020204"/>
              <a:buChar char="•"/>
              <a:defRPr sz="2000"/>
            </a:lvl3pPr>
            <a:lvl4pPr marL="1828800" lvl="3" indent="-342900" algn="l">
              <a:spcBef>
                <a:spcPts val="360"/>
              </a:spcBef>
              <a:spcAft>
                <a:spcPts val="0"/>
              </a:spcAft>
              <a:buClr>
                <a:schemeClr val="dk1"/>
              </a:buClr>
              <a:buSzPts val="1800"/>
              <a:buFont typeface="Arial" panose="020B0604020202020204"/>
              <a:buChar char="–"/>
              <a:defRPr sz="1800"/>
            </a:lvl4pPr>
            <a:lvl5pPr marL="2286000" lvl="4" indent="-342900" algn="l">
              <a:spcBef>
                <a:spcPts val="360"/>
              </a:spcBef>
              <a:spcAft>
                <a:spcPts val="0"/>
              </a:spcAft>
              <a:buClr>
                <a:schemeClr val="dk1"/>
              </a:buClr>
              <a:buSzPts val="1800"/>
              <a:buFont typeface="Arial" panose="020B0604020202020204"/>
              <a:buChar char="»"/>
              <a:defRPr sz="1800"/>
            </a:lvl5pPr>
            <a:lvl6pPr marL="2743200" lvl="5" indent="-342900" algn="l">
              <a:spcBef>
                <a:spcPts val="360"/>
              </a:spcBef>
              <a:spcAft>
                <a:spcPts val="0"/>
              </a:spcAft>
              <a:buClr>
                <a:schemeClr val="dk1"/>
              </a:buClr>
              <a:buSzPts val="1800"/>
              <a:buFont typeface="Arial" panose="020B0604020202020204"/>
              <a:buChar char="»"/>
              <a:defRPr sz="1800"/>
            </a:lvl6pPr>
            <a:lvl7pPr marL="3200400" lvl="6" indent="-342900" algn="l">
              <a:spcBef>
                <a:spcPts val="360"/>
              </a:spcBef>
              <a:spcAft>
                <a:spcPts val="0"/>
              </a:spcAft>
              <a:buClr>
                <a:schemeClr val="dk1"/>
              </a:buClr>
              <a:buSzPts val="1800"/>
              <a:buFont typeface="Arial" panose="020B0604020202020204"/>
              <a:buChar char="»"/>
              <a:defRPr sz="1800"/>
            </a:lvl7pPr>
            <a:lvl8pPr marL="3657600" lvl="7" indent="-342900" algn="l">
              <a:spcBef>
                <a:spcPts val="360"/>
              </a:spcBef>
              <a:spcAft>
                <a:spcPts val="0"/>
              </a:spcAft>
              <a:buClr>
                <a:schemeClr val="dk1"/>
              </a:buClr>
              <a:buSzPts val="1800"/>
              <a:buFont typeface="Arial" panose="020B0604020202020204"/>
              <a:buChar char="»"/>
              <a:defRPr sz="1800"/>
            </a:lvl8pPr>
            <a:lvl9pPr marL="4114800" lvl="8" indent="-342900" algn="l">
              <a:spcBef>
                <a:spcPts val="360"/>
              </a:spcBef>
              <a:spcAft>
                <a:spcPts val="0"/>
              </a:spcAft>
              <a:buClr>
                <a:schemeClr val="dk1"/>
              </a:buClr>
              <a:buSzPts val="1800"/>
              <a:buFont typeface="Arial" panose="020B0604020202020204"/>
              <a:buChar char="»"/>
              <a:defRPr sz="1800"/>
            </a:lvl9pPr>
          </a:lstStyle>
          <a:p/>
        </p:txBody>
      </p:sp>
      <p:sp>
        <p:nvSpPr>
          <p:cNvPr id="24" name="Google Shape;24;p5"/>
          <p:cNvSpPr txBox="1"/>
          <p:nvPr>
            <p:ph type="body" idx="2"/>
          </p:nvPr>
        </p:nvSpPr>
        <p:spPr>
          <a:xfrm>
            <a:off x="4648200" y="1600200"/>
            <a:ext cx="4038600" cy="4525963"/>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chemeClr val="dk1"/>
              </a:buClr>
              <a:buSzPts val="2800"/>
              <a:buFont typeface="Arial" panose="020B0604020202020204"/>
              <a:buChar char="•"/>
              <a:defRPr sz="2800"/>
            </a:lvl1pPr>
            <a:lvl2pPr marL="914400" lvl="1" indent="-381000" algn="l">
              <a:spcBef>
                <a:spcPts val="480"/>
              </a:spcBef>
              <a:spcAft>
                <a:spcPts val="0"/>
              </a:spcAft>
              <a:buClr>
                <a:schemeClr val="dk1"/>
              </a:buClr>
              <a:buSzPts val="2400"/>
              <a:buFont typeface="Arial" panose="020B0604020202020204"/>
              <a:buChar char="–"/>
              <a:defRPr sz="2400"/>
            </a:lvl2pPr>
            <a:lvl3pPr marL="1371600" lvl="2" indent="-355600" algn="l">
              <a:spcBef>
                <a:spcPts val="400"/>
              </a:spcBef>
              <a:spcAft>
                <a:spcPts val="0"/>
              </a:spcAft>
              <a:buClr>
                <a:schemeClr val="dk1"/>
              </a:buClr>
              <a:buSzPts val="2000"/>
              <a:buFont typeface="Arial" panose="020B0604020202020204"/>
              <a:buChar char="•"/>
              <a:defRPr sz="2000"/>
            </a:lvl3pPr>
            <a:lvl4pPr marL="1828800" lvl="3" indent="-342900" algn="l">
              <a:spcBef>
                <a:spcPts val="360"/>
              </a:spcBef>
              <a:spcAft>
                <a:spcPts val="0"/>
              </a:spcAft>
              <a:buClr>
                <a:schemeClr val="dk1"/>
              </a:buClr>
              <a:buSzPts val="1800"/>
              <a:buFont typeface="Arial" panose="020B0604020202020204"/>
              <a:buChar char="–"/>
              <a:defRPr sz="1800"/>
            </a:lvl4pPr>
            <a:lvl5pPr marL="2286000" lvl="4" indent="-342900" algn="l">
              <a:spcBef>
                <a:spcPts val="360"/>
              </a:spcBef>
              <a:spcAft>
                <a:spcPts val="0"/>
              </a:spcAft>
              <a:buClr>
                <a:schemeClr val="dk1"/>
              </a:buClr>
              <a:buSzPts val="1800"/>
              <a:buFont typeface="Arial" panose="020B0604020202020204"/>
              <a:buChar char="»"/>
              <a:defRPr sz="1800"/>
            </a:lvl5pPr>
            <a:lvl6pPr marL="2743200" lvl="5" indent="-342900" algn="l">
              <a:spcBef>
                <a:spcPts val="360"/>
              </a:spcBef>
              <a:spcAft>
                <a:spcPts val="0"/>
              </a:spcAft>
              <a:buClr>
                <a:schemeClr val="dk1"/>
              </a:buClr>
              <a:buSzPts val="1800"/>
              <a:buFont typeface="Arial" panose="020B0604020202020204"/>
              <a:buChar char="»"/>
              <a:defRPr sz="1800"/>
            </a:lvl6pPr>
            <a:lvl7pPr marL="3200400" lvl="6" indent="-342900" algn="l">
              <a:spcBef>
                <a:spcPts val="360"/>
              </a:spcBef>
              <a:spcAft>
                <a:spcPts val="0"/>
              </a:spcAft>
              <a:buClr>
                <a:schemeClr val="dk1"/>
              </a:buClr>
              <a:buSzPts val="1800"/>
              <a:buFont typeface="Arial" panose="020B0604020202020204"/>
              <a:buChar char="»"/>
              <a:defRPr sz="1800"/>
            </a:lvl7pPr>
            <a:lvl8pPr marL="3657600" lvl="7" indent="-342900" algn="l">
              <a:spcBef>
                <a:spcPts val="360"/>
              </a:spcBef>
              <a:spcAft>
                <a:spcPts val="0"/>
              </a:spcAft>
              <a:buClr>
                <a:schemeClr val="dk1"/>
              </a:buClr>
              <a:buSzPts val="1800"/>
              <a:buFont typeface="Arial" panose="020B0604020202020204"/>
              <a:buChar char="»"/>
              <a:defRPr sz="1800"/>
            </a:lvl8pPr>
            <a:lvl9pPr marL="4114800" lvl="8" indent="-342900" algn="l">
              <a:spcBef>
                <a:spcPts val="360"/>
              </a:spcBef>
              <a:spcAft>
                <a:spcPts val="0"/>
              </a:spcAft>
              <a:buClr>
                <a:schemeClr val="dk1"/>
              </a:buClr>
              <a:buSzPts val="1800"/>
              <a:buFont typeface="Arial" panose="020B0604020202020204"/>
              <a:buChar char="»"/>
              <a:defRPr sz="1800"/>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vertTitleAndTx" matchingName="Vertical Title and Text">
  <p:cSld name="VERTICAL_TITLE_AND_VERTICAL_TEXT">
    <p:spTree>
      <p:nvGrpSpPr>
        <p:cNvPr id="25" name="Shape 25"/>
        <p:cNvGrpSpPr/>
        <p:nvPr/>
      </p:nvGrpSpPr>
      <p:grpSpPr>
        <a:xfrm>
          <a:off x="0" y="0"/>
          <a:ext cx="0" cy="0"/>
          <a:chOff x="0" y="0"/>
          <a:chExt cx="0" cy="0"/>
        </a:xfrm>
      </p:grpSpPr>
      <p:sp>
        <p:nvSpPr>
          <p:cNvPr id="26" name="Google Shape;26;p6"/>
          <p:cNvSpPr txBox="1"/>
          <p:nvPr>
            <p:ph type="title"/>
          </p:nvPr>
        </p:nvSpPr>
        <p:spPr>
          <a:xfrm rot="5400000">
            <a:off x="4732337" y="2171700"/>
            <a:ext cx="5851525" cy="20574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7" name="Google Shape;27;p6"/>
          <p:cNvSpPr txBox="1"/>
          <p:nvPr>
            <p:ph type="body" idx="1"/>
          </p:nvPr>
        </p:nvSpPr>
        <p:spPr>
          <a:xfrm rot="5400000">
            <a:off x="541338" y="190501"/>
            <a:ext cx="5851525" cy="60198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vertTx" matchingName="Title and Vertical Text">
  <p:cSld name="VERTICAL_TEXT">
    <p:spTree>
      <p:nvGrpSpPr>
        <p:cNvPr id="28" name="Shape 28"/>
        <p:cNvGrpSpPr/>
        <p:nvPr/>
      </p:nvGrpSpPr>
      <p:grpSpPr>
        <a:xfrm>
          <a:off x="0" y="0"/>
          <a:ext cx="0" cy="0"/>
          <a:chOff x="0" y="0"/>
          <a:chExt cx="0" cy="0"/>
        </a:xfrm>
      </p:grpSpPr>
      <p:sp>
        <p:nvSpPr>
          <p:cNvPr id="29" name="Google Shape;29;p7"/>
          <p:cNvSpPr txBox="1"/>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0" name="Google Shape;30;p7"/>
          <p:cNvSpPr txBox="1"/>
          <p:nvPr>
            <p:ph type="body" idx="1"/>
          </p:nvPr>
        </p:nvSpPr>
        <p:spPr>
          <a:xfrm rot="5400000">
            <a:off x="2309019" y="-251619"/>
            <a:ext cx="4525962" cy="82296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picTx" matchingName="Picture with Caption">
  <p:cSld name="PICTURE_WITH_CAPTION_TEXT">
    <p:spTree>
      <p:nvGrpSpPr>
        <p:cNvPr id="31" name="Shape 31"/>
        <p:cNvGrpSpPr/>
        <p:nvPr/>
      </p:nvGrpSpPr>
      <p:grpSpPr>
        <a:xfrm>
          <a:off x="0" y="0"/>
          <a:ext cx="0" cy="0"/>
          <a:chOff x="0" y="0"/>
          <a:chExt cx="0" cy="0"/>
        </a:xfrm>
      </p:grpSpPr>
      <p:sp>
        <p:nvSpPr>
          <p:cNvPr id="32" name="Google Shape;32;p8"/>
          <p:cNvSpPr txBox="1"/>
          <p:nvPr>
            <p:ph type="title"/>
          </p:nvPr>
        </p:nvSpPr>
        <p:spPr>
          <a:xfrm>
            <a:off x="1792288" y="4800600"/>
            <a:ext cx="5486400" cy="566738"/>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3" name="Google Shape;33;p8"/>
          <p:cNvSpPr/>
          <p:nvPr>
            <p:ph type="pic" idx="2"/>
          </p:nvPr>
        </p:nvSpPr>
        <p:spPr>
          <a:xfrm>
            <a:off x="1792288" y="612775"/>
            <a:ext cx="5486400" cy="4114800"/>
          </a:xfrm>
          <a:prstGeom prst="rect">
            <a:avLst/>
          </a:prstGeom>
          <a:noFill/>
          <a:ln>
            <a:noFill/>
          </a:ln>
        </p:spPr>
        <p:txBody>
          <a:bodyPr spcFirstLastPara="1" wrap="square" lIns="91425" tIns="45700" rIns="91425" bIns="45700" anchor="t" anchorCtr="0">
            <a:noAutofit/>
          </a:bodyPr>
          <a:lstStyle>
            <a:lvl1pPr marR="0" lvl="0" algn="l" rtl="0">
              <a:spcBef>
                <a:spcPts val="640"/>
              </a:spcBef>
              <a:spcAft>
                <a:spcPts val="0"/>
              </a:spcAft>
              <a:buClr>
                <a:schemeClr val="dk1"/>
              </a:buClr>
              <a:buSzPts val="3200"/>
              <a:buFont typeface="Arial" panose="020B0604020202020204"/>
              <a:buNone/>
              <a:defRPr sz="3200">
                <a:solidFill>
                  <a:schemeClr val="dk1"/>
                </a:solidFill>
                <a:latin typeface="Arial" panose="020B0604020202020204"/>
                <a:ea typeface="Arial" panose="020B0604020202020204"/>
                <a:cs typeface="Arial" panose="020B0604020202020204"/>
                <a:sym typeface="Arial" panose="020B0604020202020204"/>
              </a:defRPr>
            </a:lvl1pPr>
            <a:lvl2pPr marR="0" lvl="1" algn="l" rtl="0">
              <a:spcBef>
                <a:spcPts val="56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480"/>
              </a:spcBef>
              <a:spcAft>
                <a:spcPts val="0"/>
              </a:spcAft>
              <a:buClr>
                <a:schemeClr val="dk1"/>
              </a:buClr>
              <a:buSzPts val="2400"/>
              <a:buFont typeface="Arial" panose="020B0604020202020204"/>
              <a:buNone/>
              <a:defRPr sz="2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400"/>
              </a:spcBef>
              <a:spcAft>
                <a:spcPts val="0"/>
              </a:spcAft>
              <a:buClr>
                <a:schemeClr val="dk1"/>
              </a:buClr>
              <a:buSzPts val="2000"/>
              <a:buFont typeface="Arial" panose="020B0604020202020204"/>
              <a:buNone/>
              <a:defRPr sz="20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400"/>
              </a:spcBef>
              <a:spcAft>
                <a:spcPts val="0"/>
              </a:spcAft>
              <a:buClr>
                <a:schemeClr val="dk1"/>
              </a:buClr>
              <a:buSzPts val="2000"/>
              <a:buFont typeface="Arial" panose="020B0604020202020204"/>
              <a:buNone/>
              <a:defRPr sz="20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400"/>
              </a:spcBef>
              <a:spcAft>
                <a:spcPts val="0"/>
              </a:spcAft>
              <a:buClr>
                <a:schemeClr val="dk1"/>
              </a:buClr>
              <a:buSzPts val="2000"/>
              <a:buFont typeface="Arial" panose="020B0604020202020204"/>
              <a:buNone/>
              <a:defRPr sz="20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400"/>
              </a:spcBef>
              <a:spcAft>
                <a:spcPts val="0"/>
              </a:spcAft>
              <a:buClr>
                <a:schemeClr val="dk1"/>
              </a:buClr>
              <a:buSzPts val="2000"/>
              <a:buFont typeface="Arial" panose="020B0604020202020204"/>
              <a:buNone/>
              <a:defRPr sz="20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400"/>
              </a:spcBef>
              <a:spcAft>
                <a:spcPts val="0"/>
              </a:spcAft>
              <a:buClr>
                <a:schemeClr val="dk1"/>
              </a:buClr>
              <a:buSzPts val="2000"/>
              <a:buFont typeface="Arial" panose="020B0604020202020204"/>
              <a:buNone/>
              <a:defRPr sz="20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400"/>
              </a:spcBef>
              <a:spcAft>
                <a:spcPts val="0"/>
              </a:spcAft>
              <a:buClr>
                <a:schemeClr val="dk1"/>
              </a:buClr>
              <a:buSzPts val="2000"/>
              <a:buFont typeface="Arial" panose="020B0604020202020204"/>
              <a:buNone/>
              <a:defRPr sz="20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34" name="Google Shape;34;p8"/>
          <p:cNvSpPr txBox="1"/>
          <p:nvPr>
            <p:ph type="body" idx="1"/>
          </p:nvPr>
        </p:nvSpPr>
        <p:spPr>
          <a:xfrm>
            <a:off x="1792288" y="5367338"/>
            <a:ext cx="5486400" cy="804862"/>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Clr>
                <a:schemeClr val="dk1"/>
              </a:buClr>
              <a:buSzPts val="1400"/>
              <a:buFont typeface="Arial" panose="020B0604020202020204"/>
              <a:buNone/>
              <a:defRPr sz="1400"/>
            </a:lvl1pPr>
            <a:lvl2pPr marL="914400" lvl="1" indent="-228600" algn="l">
              <a:spcBef>
                <a:spcPts val="240"/>
              </a:spcBef>
              <a:spcAft>
                <a:spcPts val="0"/>
              </a:spcAft>
              <a:buClr>
                <a:schemeClr val="dk1"/>
              </a:buClr>
              <a:buSzPts val="1200"/>
              <a:buFont typeface="Arial" panose="020B0604020202020204"/>
              <a:buNone/>
              <a:defRPr sz="1200"/>
            </a:lvl2pPr>
            <a:lvl3pPr marL="1371600" lvl="2" indent="-228600" algn="l">
              <a:spcBef>
                <a:spcPts val="200"/>
              </a:spcBef>
              <a:spcAft>
                <a:spcPts val="0"/>
              </a:spcAft>
              <a:buClr>
                <a:schemeClr val="dk1"/>
              </a:buClr>
              <a:buSzPts val="1000"/>
              <a:buFont typeface="Arial" panose="020B0604020202020204"/>
              <a:buNone/>
              <a:defRPr sz="1000"/>
            </a:lvl3pPr>
            <a:lvl4pPr marL="1828800" lvl="3" indent="-228600" algn="l">
              <a:spcBef>
                <a:spcPts val="180"/>
              </a:spcBef>
              <a:spcAft>
                <a:spcPts val="0"/>
              </a:spcAft>
              <a:buClr>
                <a:schemeClr val="dk1"/>
              </a:buClr>
              <a:buSzPts val="900"/>
              <a:buFont typeface="Arial" panose="020B0604020202020204"/>
              <a:buNone/>
              <a:defRPr sz="900"/>
            </a:lvl4pPr>
            <a:lvl5pPr marL="2286000" lvl="4" indent="-228600" algn="l">
              <a:spcBef>
                <a:spcPts val="180"/>
              </a:spcBef>
              <a:spcAft>
                <a:spcPts val="0"/>
              </a:spcAft>
              <a:buClr>
                <a:schemeClr val="dk1"/>
              </a:buClr>
              <a:buSzPts val="900"/>
              <a:buFont typeface="Arial" panose="020B0604020202020204"/>
              <a:buNone/>
              <a:defRPr sz="900"/>
            </a:lvl5pPr>
            <a:lvl6pPr marL="2743200" lvl="5" indent="-228600" algn="l">
              <a:spcBef>
                <a:spcPts val="180"/>
              </a:spcBef>
              <a:spcAft>
                <a:spcPts val="0"/>
              </a:spcAft>
              <a:buClr>
                <a:schemeClr val="dk1"/>
              </a:buClr>
              <a:buSzPts val="900"/>
              <a:buFont typeface="Arial" panose="020B0604020202020204"/>
              <a:buNone/>
              <a:defRPr sz="900"/>
            </a:lvl6pPr>
            <a:lvl7pPr marL="3200400" lvl="6" indent="-228600" algn="l">
              <a:spcBef>
                <a:spcPts val="180"/>
              </a:spcBef>
              <a:spcAft>
                <a:spcPts val="0"/>
              </a:spcAft>
              <a:buClr>
                <a:schemeClr val="dk1"/>
              </a:buClr>
              <a:buSzPts val="900"/>
              <a:buFont typeface="Arial" panose="020B0604020202020204"/>
              <a:buNone/>
              <a:defRPr sz="900"/>
            </a:lvl7pPr>
            <a:lvl8pPr marL="3657600" lvl="7" indent="-228600" algn="l">
              <a:spcBef>
                <a:spcPts val="180"/>
              </a:spcBef>
              <a:spcAft>
                <a:spcPts val="0"/>
              </a:spcAft>
              <a:buClr>
                <a:schemeClr val="dk1"/>
              </a:buClr>
              <a:buSzPts val="900"/>
              <a:buFont typeface="Arial" panose="020B0604020202020204"/>
              <a:buNone/>
              <a:defRPr sz="900"/>
            </a:lvl8pPr>
            <a:lvl9pPr marL="4114800" lvl="8" indent="-228600" algn="l">
              <a:spcBef>
                <a:spcPts val="180"/>
              </a:spcBef>
              <a:spcAft>
                <a:spcPts val="0"/>
              </a:spcAft>
              <a:buClr>
                <a:schemeClr val="dk1"/>
              </a:buClr>
              <a:buSzPts val="900"/>
              <a:buFont typeface="Arial" panose="020B0604020202020204"/>
              <a:buNone/>
              <a:defRPr sz="900"/>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Content with Caption">
  <p:cSld name="OBJECT_WITH_CAPTION_TEXT">
    <p:spTree>
      <p:nvGrpSpPr>
        <p:cNvPr id="35" name="Shape 35"/>
        <p:cNvGrpSpPr/>
        <p:nvPr/>
      </p:nvGrpSpPr>
      <p:grpSpPr>
        <a:xfrm>
          <a:off x="0" y="0"/>
          <a:ext cx="0" cy="0"/>
          <a:chOff x="0" y="0"/>
          <a:chExt cx="0" cy="0"/>
        </a:xfrm>
      </p:grpSpPr>
      <p:sp>
        <p:nvSpPr>
          <p:cNvPr id="36" name="Google Shape;36;p9"/>
          <p:cNvSpPr txBox="1"/>
          <p:nvPr>
            <p:ph type="title"/>
          </p:nvPr>
        </p:nvSpPr>
        <p:spPr>
          <a:xfrm>
            <a:off x="457200" y="273050"/>
            <a:ext cx="3008313" cy="116205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7" name="Google Shape;37;p9"/>
          <p:cNvSpPr txBox="1"/>
          <p:nvPr>
            <p:ph type="body" idx="1"/>
          </p:nvPr>
        </p:nvSpPr>
        <p:spPr>
          <a:xfrm>
            <a:off x="3575050" y="273050"/>
            <a:ext cx="5111750" cy="5853113"/>
          </a:xfrm>
          <a:prstGeom prst="rect">
            <a:avLst/>
          </a:prstGeom>
          <a:noFill/>
          <a:ln>
            <a:noFill/>
          </a:ln>
        </p:spPr>
        <p:txBody>
          <a:bodyPr spcFirstLastPara="1" wrap="square" lIns="91425" tIns="45700" rIns="91425" bIns="45700" anchor="t" anchorCtr="0">
            <a:noAutofit/>
          </a:bodyPr>
          <a:lstStyle>
            <a:lvl1pPr marL="457200" lvl="0" indent="-431800" algn="l">
              <a:spcBef>
                <a:spcPts val="640"/>
              </a:spcBef>
              <a:spcAft>
                <a:spcPts val="0"/>
              </a:spcAft>
              <a:buClr>
                <a:schemeClr val="dk1"/>
              </a:buClr>
              <a:buSzPts val="3200"/>
              <a:buFont typeface="Arial" panose="020B0604020202020204"/>
              <a:buChar char="•"/>
              <a:defRPr sz="3200"/>
            </a:lvl1pPr>
            <a:lvl2pPr marL="914400" lvl="1" indent="-406400" algn="l">
              <a:spcBef>
                <a:spcPts val="560"/>
              </a:spcBef>
              <a:spcAft>
                <a:spcPts val="0"/>
              </a:spcAft>
              <a:buClr>
                <a:schemeClr val="dk1"/>
              </a:buClr>
              <a:buSzPts val="2800"/>
              <a:buFont typeface="Arial" panose="020B0604020202020204"/>
              <a:buChar char="–"/>
              <a:defRPr sz="2800"/>
            </a:lvl2pPr>
            <a:lvl3pPr marL="1371600" lvl="2" indent="-381000" algn="l">
              <a:spcBef>
                <a:spcPts val="480"/>
              </a:spcBef>
              <a:spcAft>
                <a:spcPts val="0"/>
              </a:spcAft>
              <a:buClr>
                <a:schemeClr val="dk1"/>
              </a:buClr>
              <a:buSzPts val="2400"/>
              <a:buFont typeface="Arial" panose="020B0604020202020204"/>
              <a:buChar char="•"/>
              <a:defRPr sz="2400"/>
            </a:lvl3pPr>
            <a:lvl4pPr marL="1828800" lvl="3" indent="-355600" algn="l">
              <a:spcBef>
                <a:spcPts val="400"/>
              </a:spcBef>
              <a:spcAft>
                <a:spcPts val="0"/>
              </a:spcAft>
              <a:buClr>
                <a:schemeClr val="dk1"/>
              </a:buClr>
              <a:buSzPts val="2000"/>
              <a:buFont typeface="Arial" panose="020B0604020202020204"/>
              <a:buChar char="–"/>
              <a:defRPr sz="2000"/>
            </a:lvl4pPr>
            <a:lvl5pPr marL="2286000" lvl="4" indent="-355600" algn="l">
              <a:spcBef>
                <a:spcPts val="400"/>
              </a:spcBef>
              <a:spcAft>
                <a:spcPts val="0"/>
              </a:spcAft>
              <a:buClr>
                <a:schemeClr val="dk1"/>
              </a:buClr>
              <a:buSzPts val="2000"/>
              <a:buFont typeface="Arial" panose="020B0604020202020204"/>
              <a:buChar char="»"/>
              <a:defRPr sz="2000"/>
            </a:lvl5pPr>
            <a:lvl6pPr marL="2743200" lvl="5" indent="-355600" algn="l">
              <a:spcBef>
                <a:spcPts val="400"/>
              </a:spcBef>
              <a:spcAft>
                <a:spcPts val="0"/>
              </a:spcAft>
              <a:buClr>
                <a:schemeClr val="dk1"/>
              </a:buClr>
              <a:buSzPts val="2000"/>
              <a:buFont typeface="Arial" panose="020B0604020202020204"/>
              <a:buChar char="»"/>
              <a:defRPr sz="2000"/>
            </a:lvl6pPr>
            <a:lvl7pPr marL="3200400" lvl="6" indent="-355600" algn="l">
              <a:spcBef>
                <a:spcPts val="400"/>
              </a:spcBef>
              <a:spcAft>
                <a:spcPts val="0"/>
              </a:spcAft>
              <a:buClr>
                <a:schemeClr val="dk1"/>
              </a:buClr>
              <a:buSzPts val="2000"/>
              <a:buFont typeface="Arial" panose="020B0604020202020204"/>
              <a:buChar char="»"/>
              <a:defRPr sz="2000"/>
            </a:lvl7pPr>
            <a:lvl8pPr marL="3657600" lvl="7" indent="-355600" algn="l">
              <a:spcBef>
                <a:spcPts val="400"/>
              </a:spcBef>
              <a:spcAft>
                <a:spcPts val="0"/>
              </a:spcAft>
              <a:buClr>
                <a:schemeClr val="dk1"/>
              </a:buClr>
              <a:buSzPts val="2000"/>
              <a:buFont typeface="Arial" panose="020B0604020202020204"/>
              <a:buChar char="»"/>
              <a:defRPr sz="2000"/>
            </a:lvl8pPr>
            <a:lvl9pPr marL="4114800" lvl="8" indent="-355600" algn="l">
              <a:spcBef>
                <a:spcPts val="400"/>
              </a:spcBef>
              <a:spcAft>
                <a:spcPts val="0"/>
              </a:spcAft>
              <a:buClr>
                <a:schemeClr val="dk1"/>
              </a:buClr>
              <a:buSzPts val="2000"/>
              <a:buFont typeface="Arial" panose="020B0604020202020204"/>
              <a:buChar char="»"/>
              <a:defRPr sz="2000"/>
            </a:lvl9pPr>
          </a:lstStyle>
          <a:p/>
        </p:txBody>
      </p:sp>
      <p:sp>
        <p:nvSpPr>
          <p:cNvPr id="38" name="Google Shape;38;p9"/>
          <p:cNvSpPr txBox="1"/>
          <p:nvPr>
            <p:ph type="body" idx="2"/>
          </p:nvPr>
        </p:nvSpPr>
        <p:spPr>
          <a:xfrm>
            <a:off x="457200" y="1435100"/>
            <a:ext cx="3008313" cy="4691063"/>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Clr>
                <a:schemeClr val="dk1"/>
              </a:buClr>
              <a:buSzPts val="1400"/>
              <a:buFont typeface="Arial" panose="020B0604020202020204"/>
              <a:buNone/>
              <a:defRPr sz="1400"/>
            </a:lvl1pPr>
            <a:lvl2pPr marL="914400" lvl="1" indent="-228600" algn="l">
              <a:spcBef>
                <a:spcPts val="240"/>
              </a:spcBef>
              <a:spcAft>
                <a:spcPts val="0"/>
              </a:spcAft>
              <a:buClr>
                <a:schemeClr val="dk1"/>
              </a:buClr>
              <a:buSzPts val="1200"/>
              <a:buFont typeface="Arial" panose="020B0604020202020204"/>
              <a:buNone/>
              <a:defRPr sz="1200"/>
            </a:lvl2pPr>
            <a:lvl3pPr marL="1371600" lvl="2" indent="-228600" algn="l">
              <a:spcBef>
                <a:spcPts val="200"/>
              </a:spcBef>
              <a:spcAft>
                <a:spcPts val="0"/>
              </a:spcAft>
              <a:buClr>
                <a:schemeClr val="dk1"/>
              </a:buClr>
              <a:buSzPts val="1000"/>
              <a:buFont typeface="Arial" panose="020B0604020202020204"/>
              <a:buNone/>
              <a:defRPr sz="1000"/>
            </a:lvl3pPr>
            <a:lvl4pPr marL="1828800" lvl="3" indent="-228600" algn="l">
              <a:spcBef>
                <a:spcPts val="180"/>
              </a:spcBef>
              <a:spcAft>
                <a:spcPts val="0"/>
              </a:spcAft>
              <a:buClr>
                <a:schemeClr val="dk1"/>
              </a:buClr>
              <a:buSzPts val="900"/>
              <a:buFont typeface="Arial" panose="020B0604020202020204"/>
              <a:buNone/>
              <a:defRPr sz="900"/>
            </a:lvl4pPr>
            <a:lvl5pPr marL="2286000" lvl="4" indent="-228600" algn="l">
              <a:spcBef>
                <a:spcPts val="180"/>
              </a:spcBef>
              <a:spcAft>
                <a:spcPts val="0"/>
              </a:spcAft>
              <a:buClr>
                <a:schemeClr val="dk1"/>
              </a:buClr>
              <a:buSzPts val="900"/>
              <a:buFont typeface="Arial" panose="020B0604020202020204"/>
              <a:buNone/>
              <a:defRPr sz="900"/>
            </a:lvl5pPr>
            <a:lvl6pPr marL="2743200" lvl="5" indent="-228600" algn="l">
              <a:spcBef>
                <a:spcPts val="180"/>
              </a:spcBef>
              <a:spcAft>
                <a:spcPts val="0"/>
              </a:spcAft>
              <a:buClr>
                <a:schemeClr val="dk1"/>
              </a:buClr>
              <a:buSzPts val="900"/>
              <a:buFont typeface="Arial" panose="020B0604020202020204"/>
              <a:buNone/>
              <a:defRPr sz="900"/>
            </a:lvl6pPr>
            <a:lvl7pPr marL="3200400" lvl="6" indent="-228600" algn="l">
              <a:spcBef>
                <a:spcPts val="180"/>
              </a:spcBef>
              <a:spcAft>
                <a:spcPts val="0"/>
              </a:spcAft>
              <a:buClr>
                <a:schemeClr val="dk1"/>
              </a:buClr>
              <a:buSzPts val="900"/>
              <a:buFont typeface="Arial" panose="020B0604020202020204"/>
              <a:buNone/>
              <a:defRPr sz="900"/>
            </a:lvl7pPr>
            <a:lvl8pPr marL="3657600" lvl="7" indent="-228600" algn="l">
              <a:spcBef>
                <a:spcPts val="180"/>
              </a:spcBef>
              <a:spcAft>
                <a:spcPts val="0"/>
              </a:spcAft>
              <a:buClr>
                <a:schemeClr val="dk1"/>
              </a:buClr>
              <a:buSzPts val="900"/>
              <a:buFont typeface="Arial" panose="020B0604020202020204"/>
              <a:buNone/>
              <a:defRPr sz="900"/>
            </a:lvl8pPr>
            <a:lvl9pPr marL="4114800" lvl="8" indent="-228600" algn="l">
              <a:spcBef>
                <a:spcPts val="180"/>
              </a:spcBef>
              <a:spcAft>
                <a:spcPts val="0"/>
              </a:spcAft>
              <a:buClr>
                <a:schemeClr val="dk1"/>
              </a:buClr>
              <a:buSzPts val="900"/>
              <a:buFont typeface="Arial" panose="020B0604020202020204"/>
              <a:buNone/>
              <a:defRPr sz="900"/>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39" name="Shape 39"/>
        <p:cNvGrpSpPr/>
        <p:nvPr/>
      </p:nvGrpSpPr>
      <p:grpSpPr>
        <a:xfrm>
          <a:off x="0" y="0"/>
          <a:ext cx="0" cy="0"/>
          <a:chOff x="0" y="0"/>
          <a:chExt cx="0" cy="0"/>
        </a:xfrm>
      </p:grpSpPr>
      <p:sp>
        <p:nvSpPr>
          <p:cNvPr id="40" name="Google Shape;40;p10"/>
          <p:cNvSpPr txBox="1"/>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TxTwoObj" matchingName="Comparison">
  <p:cSld name="TWO_OBJECTS_WITH_TEXT">
    <p:spTree>
      <p:nvGrpSpPr>
        <p:cNvPr id="41" name="Shape 41"/>
        <p:cNvGrpSpPr/>
        <p:nvPr/>
      </p:nvGrpSpPr>
      <p:grpSpPr>
        <a:xfrm>
          <a:off x="0" y="0"/>
          <a:ext cx="0" cy="0"/>
          <a:chOff x="0" y="0"/>
          <a:chExt cx="0" cy="0"/>
        </a:xfrm>
      </p:grpSpPr>
      <p:sp>
        <p:nvSpPr>
          <p:cNvPr id="42" name="Google Shape;42;p11"/>
          <p:cNvSpPr txBox="1"/>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3" name="Google Shape;43;p11"/>
          <p:cNvSpPr txBox="1"/>
          <p:nvPr>
            <p:ph type="body" idx="1"/>
          </p:nvPr>
        </p:nvSpPr>
        <p:spPr>
          <a:xfrm>
            <a:off x="457200" y="1535113"/>
            <a:ext cx="4040188" cy="6397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chemeClr val="dk1"/>
              </a:buClr>
              <a:buSzPts val="2400"/>
              <a:buFont typeface="Arial" panose="020B0604020202020204"/>
              <a:buNone/>
              <a:defRPr sz="2400" b="1"/>
            </a:lvl1pPr>
            <a:lvl2pPr marL="914400" lvl="1" indent="-228600" algn="l">
              <a:spcBef>
                <a:spcPts val="400"/>
              </a:spcBef>
              <a:spcAft>
                <a:spcPts val="0"/>
              </a:spcAft>
              <a:buClr>
                <a:schemeClr val="dk1"/>
              </a:buClr>
              <a:buSzPts val="2000"/>
              <a:buFont typeface="Arial" panose="020B0604020202020204"/>
              <a:buNone/>
              <a:defRPr sz="2000" b="1"/>
            </a:lvl2pPr>
            <a:lvl3pPr marL="1371600" lvl="2" indent="-228600" algn="l">
              <a:spcBef>
                <a:spcPts val="360"/>
              </a:spcBef>
              <a:spcAft>
                <a:spcPts val="0"/>
              </a:spcAft>
              <a:buClr>
                <a:schemeClr val="dk1"/>
              </a:buClr>
              <a:buSzPts val="1800"/>
              <a:buFont typeface="Arial" panose="020B0604020202020204"/>
              <a:buNone/>
              <a:defRPr sz="1800" b="1"/>
            </a:lvl3pPr>
            <a:lvl4pPr marL="1828800" lvl="3" indent="-228600" algn="l">
              <a:spcBef>
                <a:spcPts val="320"/>
              </a:spcBef>
              <a:spcAft>
                <a:spcPts val="0"/>
              </a:spcAft>
              <a:buClr>
                <a:schemeClr val="dk1"/>
              </a:buClr>
              <a:buSzPts val="1600"/>
              <a:buFont typeface="Arial" panose="020B0604020202020204"/>
              <a:buNone/>
              <a:defRPr sz="1600" b="1"/>
            </a:lvl4pPr>
            <a:lvl5pPr marL="2286000" lvl="4" indent="-228600" algn="l">
              <a:spcBef>
                <a:spcPts val="320"/>
              </a:spcBef>
              <a:spcAft>
                <a:spcPts val="0"/>
              </a:spcAft>
              <a:buClr>
                <a:schemeClr val="dk1"/>
              </a:buClr>
              <a:buSzPts val="1600"/>
              <a:buFont typeface="Arial" panose="020B0604020202020204"/>
              <a:buNone/>
              <a:defRPr sz="1600" b="1"/>
            </a:lvl5pPr>
            <a:lvl6pPr marL="2743200" lvl="5" indent="-228600" algn="l">
              <a:spcBef>
                <a:spcPts val="320"/>
              </a:spcBef>
              <a:spcAft>
                <a:spcPts val="0"/>
              </a:spcAft>
              <a:buClr>
                <a:schemeClr val="dk1"/>
              </a:buClr>
              <a:buSzPts val="1600"/>
              <a:buFont typeface="Arial" panose="020B0604020202020204"/>
              <a:buNone/>
              <a:defRPr sz="1600" b="1"/>
            </a:lvl6pPr>
            <a:lvl7pPr marL="3200400" lvl="6" indent="-228600" algn="l">
              <a:spcBef>
                <a:spcPts val="320"/>
              </a:spcBef>
              <a:spcAft>
                <a:spcPts val="0"/>
              </a:spcAft>
              <a:buClr>
                <a:schemeClr val="dk1"/>
              </a:buClr>
              <a:buSzPts val="1600"/>
              <a:buFont typeface="Arial" panose="020B0604020202020204"/>
              <a:buNone/>
              <a:defRPr sz="1600" b="1"/>
            </a:lvl7pPr>
            <a:lvl8pPr marL="3657600" lvl="7" indent="-228600" algn="l">
              <a:spcBef>
                <a:spcPts val="320"/>
              </a:spcBef>
              <a:spcAft>
                <a:spcPts val="0"/>
              </a:spcAft>
              <a:buClr>
                <a:schemeClr val="dk1"/>
              </a:buClr>
              <a:buSzPts val="1600"/>
              <a:buFont typeface="Arial" panose="020B0604020202020204"/>
              <a:buNone/>
              <a:defRPr sz="1600" b="1"/>
            </a:lvl8pPr>
            <a:lvl9pPr marL="4114800" lvl="8" indent="-228600" algn="l">
              <a:spcBef>
                <a:spcPts val="320"/>
              </a:spcBef>
              <a:spcAft>
                <a:spcPts val="0"/>
              </a:spcAft>
              <a:buClr>
                <a:schemeClr val="dk1"/>
              </a:buClr>
              <a:buSzPts val="1600"/>
              <a:buFont typeface="Arial" panose="020B0604020202020204"/>
              <a:buNone/>
              <a:defRPr sz="1600" b="1"/>
            </a:lvl9pPr>
          </a:lstStyle>
          <a:p/>
        </p:txBody>
      </p:sp>
      <p:sp>
        <p:nvSpPr>
          <p:cNvPr id="44" name="Google Shape;44;p11"/>
          <p:cNvSpPr txBox="1"/>
          <p:nvPr>
            <p:ph type="body" idx="2"/>
          </p:nvPr>
        </p:nvSpPr>
        <p:spPr>
          <a:xfrm>
            <a:off x="457200" y="2174875"/>
            <a:ext cx="4040188" cy="3951288"/>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Clr>
                <a:schemeClr val="dk1"/>
              </a:buClr>
              <a:buSzPts val="2400"/>
              <a:buFont typeface="Arial" panose="020B0604020202020204"/>
              <a:buChar char="•"/>
              <a:defRPr sz="2400"/>
            </a:lvl1pPr>
            <a:lvl2pPr marL="914400" lvl="1" indent="-355600" algn="l">
              <a:spcBef>
                <a:spcPts val="400"/>
              </a:spcBef>
              <a:spcAft>
                <a:spcPts val="0"/>
              </a:spcAft>
              <a:buClr>
                <a:schemeClr val="dk1"/>
              </a:buClr>
              <a:buSzPts val="2000"/>
              <a:buFont typeface="Arial" panose="020B0604020202020204"/>
              <a:buChar char="–"/>
              <a:defRPr sz="2000"/>
            </a:lvl2pPr>
            <a:lvl3pPr marL="1371600" lvl="2" indent="-342900" algn="l">
              <a:spcBef>
                <a:spcPts val="360"/>
              </a:spcBef>
              <a:spcAft>
                <a:spcPts val="0"/>
              </a:spcAft>
              <a:buClr>
                <a:schemeClr val="dk1"/>
              </a:buClr>
              <a:buSzPts val="1800"/>
              <a:buFont typeface="Arial" panose="020B0604020202020204"/>
              <a:buChar char="•"/>
              <a:defRPr sz="1800"/>
            </a:lvl3pPr>
            <a:lvl4pPr marL="1828800" lvl="3" indent="-330200" algn="l">
              <a:spcBef>
                <a:spcPts val="320"/>
              </a:spcBef>
              <a:spcAft>
                <a:spcPts val="0"/>
              </a:spcAft>
              <a:buClr>
                <a:schemeClr val="dk1"/>
              </a:buClr>
              <a:buSzPts val="1600"/>
              <a:buFont typeface="Arial" panose="020B0604020202020204"/>
              <a:buChar char="–"/>
              <a:defRPr sz="1600"/>
            </a:lvl4pPr>
            <a:lvl5pPr marL="2286000" lvl="4" indent="-330200" algn="l">
              <a:spcBef>
                <a:spcPts val="320"/>
              </a:spcBef>
              <a:spcAft>
                <a:spcPts val="0"/>
              </a:spcAft>
              <a:buClr>
                <a:schemeClr val="dk1"/>
              </a:buClr>
              <a:buSzPts val="1600"/>
              <a:buFont typeface="Arial" panose="020B0604020202020204"/>
              <a:buChar char="»"/>
              <a:defRPr sz="1600"/>
            </a:lvl5pPr>
            <a:lvl6pPr marL="2743200" lvl="5" indent="-330200" algn="l">
              <a:spcBef>
                <a:spcPts val="320"/>
              </a:spcBef>
              <a:spcAft>
                <a:spcPts val="0"/>
              </a:spcAft>
              <a:buClr>
                <a:schemeClr val="dk1"/>
              </a:buClr>
              <a:buSzPts val="1600"/>
              <a:buFont typeface="Arial" panose="020B0604020202020204"/>
              <a:buChar char="»"/>
              <a:defRPr sz="1600"/>
            </a:lvl6pPr>
            <a:lvl7pPr marL="3200400" lvl="6" indent="-330200" algn="l">
              <a:spcBef>
                <a:spcPts val="320"/>
              </a:spcBef>
              <a:spcAft>
                <a:spcPts val="0"/>
              </a:spcAft>
              <a:buClr>
                <a:schemeClr val="dk1"/>
              </a:buClr>
              <a:buSzPts val="1600"/>
              <a:buFont typeface="Arial" panose="020B0604020202020204"/>
              <a:buChar char="»"/>
              <a:defRPr sz="1600"/>
            </a:lvl7pPr>
            <a:lvl8pPr marL="3657600" lvl="7" indent="-330200" algn="l">
              <a:spcBef>
                <a:spcPts val="320"/>
              </a:spcBef>
              <a:spcAft>
                <a:spcPts val="0"/>
              </a:spcAft>
              <a:buClr>
                <a:schemeClr val="dk1"/>
              </a:buClr>
              <a:buSzPts val="1600"/>
              <a:buFont typeface="Arial" panose="020B0604020202020204"/>
              <a:buChar char="»"/>
              <a:defRPr sz="1600"/>
            </a:lvl8pPr>
            <a:lvl9pPr marL="4114800" lvl="8" indent="-330200" algn="l">
              <a:spcBef>
                <a:spcPts val="320"/>
              </a:spcBef>
              <a:spcAft>
                <a:spcPts val="0"/>
              </a:spcAft>
              <a:buClr>
                <a:schemeClr val="dk1"/>
              </a:buClr>
              <a:buSzPts val="1600"/>
              <a:buFont typeface="Arial" panose="020B0604020202020204"/>
              <a:buChar char="»"/>
              <a:defRPr sz="1600"/>
            </a:lvl9pPr>
          </a:lstStyle>
          <a:p/>
        </p:txBody>
      </p:sp>
      <p:sp>
        <p:nvSpPr>
          <p:cNvPr id="45" name="Google Shape;45;p11"/>
          <p:cNvSpPr txBox="1"/>
          <p:nvPr>
            <p:ph type="body" idx="3"/>
          </p:nvPr>
        </p:nvSpPr>
        <p:spPr>
          <a:xfrm>
            <a:off x="4645025" y="1535113"/>
            <a:ext cx="4041775" cy="6397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chemeClr val="dk1"/>
              </a:buClr>
              <a:buSzPts val="2400"/>
              <a:buFont typeface="Arial" panose="020B0604020202020204"/>
              <a:buNone/>
              <a:defRPr sz="2400" b="1"/>
            </a:lvl1pPr>
            <a:lvl2pPr marL="914400" lvl="1" indent="-228600" algn="l">
              <a:spcBef>
                <a:spcPts val="400"/>
              </a:spcBef>
              <a:spcAft>
                <a:spcPts val="0"/>
              </a:spcAft>
              <a:buClr>
                <a:schemeClr val="dk1"/>
              </a:buClr>
              <a:buSzPts val="2000"/>
              <a:buFont typeface="Arial" panose="020B0604020202020204"/>
              <a:buNone/>
              <a:defRPr sz="2000" b="1"/>
            </a:lvl2pPr>
            <a:lvl3pPr marL="1371600" lvl="2" indent="-228600" algn="l">
              <a:spcBef>
                <a:spcPts val="360"/>
              </a:spcBef>
              <a:spcAft>
                <a:spcPts val="0"/>
              </a:spcAft>
              <a:buClr>
                <a:schemeClr val="dk1"/>
              </a:buClr>
              <a:buSzPts val="1800"/>
              <a:buFont typeface="Arial" panose="020B0604020202020204"/>
              <a:buNone/>
              <a:defRPr sz="1800" b="1"/>
            </a:lvl3pPr>
            <a:lvl4pPr marL="1828800" lvl="3" indent="-228600" algn="l">
              <a:spcBef>
                <a:spcPts val="320"/>
              </a:spcBef>
              <a:spcAft>
                <a:spcPts val="0"/>
              </a:spcAft>
              <a:buClr>
                <a:schemeClr val="dk1"/>
              </a:buClr>
              <a:buSzPts val="1600"/>
              <a:buFont typeface="Arial" panose="020B0604020202020204"/>
              <a:buNone/>
              <a:defRPr sz="1600" b="1"/>
            </a:lvl4pPr>
            <a:lvl5pPr marL="2286000" lvl="4" indent="-228600" algn="l">
              <a:spcBef>
                <a:spcPts val="320"/>
              </a:spcBef>
              <a:spcAft>
                <a:spcPts val="0"/>
              </a:spcAft>
              <a:buClr>
                <a:schemeClr val="dk1"/>
              </a:buClr>
              <a:buSzPts val="1600"/>
              <a:buFont typeface="Arial" panose="020B0604020202020204"/>
              <a:buNone/>
              <a:defRPr sz="1600" b="1"/>
            </a:lvl5pPr>
            <a:lvl6pPr marL="2743200" lvl="5" indent="-228600" algn="l">
              <a:spcBef>
                <a:spcPts val="320"/>
              </a:spcBef>
              <a:spcAft>
                <a:spcPts val="0"/>
              </a:spcAft>
              <a:buClr>
                <a:schemeClr val="dk1"/>
              </a:buClr>
              <a:buSzPts val="1600"/>
              <a:buFont typeface="Arial" panose="020B0604020202020204"/>
              <a:buNone/>
              <a:defRPr sz="1600" b="1"/>
            </a:lvl6pPr>
            <a:lvl7pPr marL="3200400" lvl="6" indent="-228600" algn="l">
              <a:spcBef>
                <a:spcPts val="320"/>
              </a:spcBef>
              <a:spcAft>
                <a:spcPts val="0"/>
              </a:spcAft>
              <a:buClr>
                <a:schemeClr val="dk1"/>
              </a:buClr>
              <a:buSzPts val="1600"/>
              <a:buFont typeface="Arial" panose="020B0604020202020204"/>
              <a:buNone/>
              <a:defRPr sz="1600" b="1"/>
            </a:lvl7pPr>
            <a:lvl8pPr marL="3657600" lvl="7" indent="-228600" algn="l">
              <a:spcBef>
                <a:spcPts val="320"/>
              </a:spcBef>
              <a:spcAft>
                <a:spcPts val="0"/>
              </a:spcAft>
              <a:buClr>
                <a:schemeClr val="dk1"/>
              </a:buClr>
              <a:buSzPts val="1600"/>
              <a:buFont typeface="Arial" panose="020B0604020202020204"/>
              <a:buNone/>
              <a:defRPr sz="1600" b="1"/>
            </a:lvl8pPr>
            <a:lvl9pPr marL="4114800" lvl="8" indent="-228600" algn="l">
              <a:spcBef>
                <a:spcPts val="320"/>
              </a:spcBef>
              <a:spcAft>
                <a:spcPts val="0"/>
              </a:spcAft>
              <a:buClr>
                <a:schemeClr val="dk1"/>
              </a:buClr>
              <a:buSzPts val="1600"/>
              <a:buFont typeface="Arial" panose="020B0604020202020204"/>
              <a:buNone/>
              <a:defRPr sz="1600" b="1"/>
            </a:lvl9pPr>
          </a:lstStyle>
          <a:p/>
        </p:txBody>
      </p:sp>
      <p:sp>
        <p:nvSpPr>
          <p:cNvPr id="46" name="Google Shape;46;p11"/>
          <p:cNvSpPr txBox="1"/>
          <p:nvPr>
            <p:ph type="body" idx="4"/>
          </p:nvPr>
        </p:nvSpPr>
        <p:spPr>
          <a:xfrm>
            <a:off x="4645025" y="2174875"/>
            <a:ext cx="4041775" cy="3951288"/>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Clr>
                <a:schemeClr val="dk1"/>
              </a:buClr>
              <a:buSzPts val="2400"/>
              <a:buFont typeface="Arial" panose="020B0604020202020204"/>
              <a:buChar char="•"/>
              <a:defRPr sz="2400"/>
            </a:lvl1pPr>
            <a:lvl2pPr marL="914400" lvl="1" indent="-355600" algn="l">
              <a:spcBef>
                <a:spcPts val="400"/>
              </a:spcBef>
              <a:spcAft>
                <a:spcPts val="0"/>
              </a:spcAft>
              <a:buClr>
                <a:schemeClr val="dk1"/>
              </a:buClr>
              <a:buSzPts val="2000"/>
              <a:buFont typeface="Arial" panose="020B0604020202020204"/>
              <a:buChar char="–"/>
              <a:defRPr sz="2000"/>
            </a:lvl2pPr>
            <a:lvl3pPr marL="1371600" lvl="2" indent="-342900" algn="l">
              <a:spcBef>
                <a:spcPts val="360"/>
              </a:spcBef>
              <a:spcAft>
                <a:spcPts val="0"/>
              </a:spcAft>
              <a:buClr>
                <a:schemeClr val="dk1"/>
              </a:buClr>
              <a:buSzPts val="1800"/>
              <a:buFont typeface="Arial" panose="020B0604020202020204"/>
              <a:buChar char="•"/>
              <a:defRPr sz="1800"/>
            </a:lvl3pPr>
            <a:lvl4pPr marL="1828800" lvl="3" indent="-330200" algn="l">
              <a:spcBef>
                <a:spcPts val="320"/>
              </a:spcBef>
              <a:spcAft>
                <a:spcPts val="0"/>
              </a:spcAft>
              <a:buClr>
                <a:schemeClr val="dk1"/>
              </a:buClr>
              <a:buSzPts val="1600"/>
              <a:buFont typeface="Arial" panose="020B0604020202020204"/>
              <a:buChar char="–"/>
              <a:defRPr sz="1600"/>
            </a:lvl4pPr>
            <a:lvl5pPr marL="2286000" lvl="4" indent="-330200" algn="l">
              <a:spcBef>
                <a:spcPts val="320"/>
              </a:spcBef>
              <a:spcAft>
                <a:spcPts val="0"/>
              </a:spcAft>
              <a:buClr>
                <a:schemeClr val="dk1"/>
              </a:buClr>
              <a:buSzPts val="1600"/>
              <a:buFont typeface="Arial" panose="020B0604020202020204"/>
              <a:buChar char="»"/>
              <a:defRPr sz="1600"/>
            </a:lvl5pPr>
            <a:lvl6pPr marL="2743200" lvl="5" indent="-330200" algn="l">
              <a:spcBef>
                <a:spcPts val="320"/>
              </a:spcBef>
              <a:spcAft>
                <a:spcPts val="0"/>
              </a:spcAft>
              <a:buClr>
                <a:schemeClr val="dk1"/>
              </a:buClr>
              <a:buSzPts val="1600"/>
              <a:buFont typeface="Arial" panose="020B0604020202020204"/>
              <a:buChar char="»"/>
              <a:defRPr sz="1600"/>
            </a:lvl6pPr>
            <a:lvl7pPr marL="3200400" lvl="6" indent="-330200" algn="l">
              <a:spcBef>
                <a:spcPts val="320"/>
              </a:spcBef>
              <a:spcAft>
                <a:spcPts val="0"/>
              </a:spcAft>
              <a:buClr>
                <a:schemeClr val="dk1"/>
              </a:buClr>
              <a:buSzPts val="1600"/>
              <a:buFont typeface="Arial" panose="020B0604020202020204"/>
              <a:buChar char="»"/>
              <a:defRPr sz="1600"/>
            </a:lvl7pPr>
            <a:lvl8pPr marL="3657600" lvl="7" indent="-330200" algn="l">
              <a:spcBef>
                <a:spcPts val="320"/>
              </a:spcBef>
              <a:spcAft>
                <a:spcPts val="0"/>
              </a:spcAft>
              <a:buClr>
                <a:schemeClr val="dk1"/>
              </a:buClr>
              <a:buSzPts val="1600"/>
              <a:buFont typeface="Arial" panose="020B0604020202020204"/>
              <a:buChar char="»"/>
              <a:defRPr sz="1600"/>
            </a:lvl8pPr>
            <a:lvl9pPr marL="4114800" lvl="8" indent="-330200" algn="l">
              <a:spcBef>
                <a:spcPts val="320"/>
              </a:spcBef>
              <a:spcAft>
                <a:spcPts val="0"/>
              </a:spcAft>
              <a:buClr>
                <a:schemeClr val="dk1"/>
              </a:buClr>
              <a:buSzPts val="1600"/>
              <a:buFont typeface="Arial" panose="020B0604020202020204"/>
              <a:buChar char="»"/>
              <a:defRPr sz="1600"/>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47" name="Shape 47"/>
        <p:cNvGrpSpPr/>
        <p:nvPr/>
      </p:nvGrpSpPr>
      <p:grpSpPr>
        <a:xfrm>
          <a:off x="0" y="0"/>
          <a:ext cx="0" cy="0"/>
          <a:chOff x="0" y="0"/>
          <a:chExt cx="0" cy="0"/>
        </a:xfrm>
      </p:grpSpPr>
      <p:sp>
        <p:nvSpPr>
          <p:cNvPr id="48" name="Google Shape;48;p12"/>
          <p:cNvSpPr txBox="1"/>
          <p:nvPr>
            <p:ph type="title"/>
          </p:nvPr>
        </p:nvSpPr>
        <p:spPr>
          <a:xfrm>
            <a:off x="722313" y="4406900"/>
            <a:ext cx="7772400" cy="1362075"/>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sz="4000" b="1"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9" name="Google Shape;49;p12"/>
          <p:cNvSpPr txBox="1"/>
          <p:nvPr>
            <p:ph type="body" idx="1"/>
          </p:nvPr>
        </p:nvSpPr>
        <p:spPr>
          <a:xfrm>
            <a:off x="722313" y="2906713"/>
            <a:ext cx="7772400" cy="1500187"/>
          </a:xfrm>
          <a:prstGeom prst="rect">
            <a:avLst/>
          </a:prstGeom>
          <a:noFill/>
          <a:ln>
            <a:noFill/>
          </a:ln>
        </p:spPr>
        <p:txBody>
          <a:bodyPr spcFirstLastPara="1" wrap="square" lIns="91425" tIns="45700" rIns="91425" bIns="45700" anchor="b" anchorCtr="0">
            <a:noAutofit/>
          </a:bodyPr>
          <a:lstStyle>
            <a:lvl1pPr marL="457200" lvl="0" indent="-228600" algn="l">
              <a:spcBef>
                <a:spcPts val="400"/>
              </a:spcBef>
              <a:spcAft>
                <a:spcPts val="0"/>
              </a:spcAft>
              <a:buClr>
                <a:schemeClr val="dk1"/>
              </a:buClr>
              <a:buSzPts val="2000"/>
              <a:buFont typeface="Arial" panose="020B0604020202020204"/>
              <a:buNone/>
              <a:defRPr sz="2000"/>
            </a:lvl1pPr>
            <a:lvl2pPr marL="914400" lvl="1" indent="-228600" algn="l">
              <a:spcBef>
                <a:spcPts val="360"/>
              </a:spcBef>
              <a:spcAft>
                <a:spcPts val="0"/>
              </a:spcAft>
              <a:buClr>
                <a:schemeClr val="dk1"/>
              </a:buClr>
              <a:buSzPts val="1800"/>
              <a:buFont typeface="Arial" panose="020B0604020202020204"/>
              <a:buNone/>
              <a:defRPr sz="1800"/>
            </a:lvl2pPr>
            <a:lvl3pPr marL="1371600" lvl="2" indent="-228600" algn="l">
              <a:spcBef>
                <a:spcPts val="320"/>
              </a:spcBef>
              <a:spcAft>
                <a:spcPts val="0"/>
              </a:spcAft>
              <a:buClr>
                <a:schemeClr val="dk1"/>
              </a:buClr>
              <a:buSzPts val="1600"/>
              <a:buFont typeface="Arial" panose="020B0604020202020204"/>
              <a:buNone/>
              <a:defRPr sz="1600"/>
            </a:lvl3pPr>
            <a:lvl4pPr marL="1828800" lvl="3" indent="-228600" algn="l">
              <a:spcBef>
                <a:spcPts val="280"/>
              </a:spcBef>
              <a:spcAft>
                <a:spcPts val="0"/>
              </a:spcAft>
              <a:buClr>
                <a:schemeClr val="dk1"/>
              </a:buClr>
              <a:buSzPts val="1400"/>
              <a:buFont typeface="Arial" panose="020B0604020202020204"/>
              <a:buNone/>
              <a:defRPr sz="1400"/>
            </a:lvl4pPr>
            <a:lvl5pPr marL="2286000" lvl="4" indent="-228600" algn="l">
              <a:spcBef>
                <a:spcPts val="280"/>
              </a:spcBef>
              <a:spcAft>
                <a:spcPts val="0"/>
              </a:spcAft>
              <a:buClr>
                <a:schemeClr val="dk1"/>
              </a:buClr>
              <a:buSzPts val="1400"/>
              <a:buFont typeface="Arial" panose="020B0604020202020204"/>
              <a:buNone/>
              <a:defRPr sz="1400"/>
            </a:lvl5pPr>
            <a:lvl6pPr marL="2743200" lvl="5" indent="-228600" algn="l">
              <a:spcBef>
                <a:spcPts val="280"/>
              </a:spcBef>
              <a:spcAft>
                <a:spcPts val="0"/>
              </a:spcAft>
              <a:buClr>
                <a:schemeClr val="dk1"/>
              </a:buClr>
              <a:buSzPts val="1400"/>
              <a:buFont typeface="Arial" panose="020B0604020202020204"/>
              <a:buNone/>
              <a:defRPr sz="1400"/>
            </a:lvl6pPr>
            <a:lvl7pPr marL="3200400" lvl="6" indent="-228600" algn="l">
              <a:spcBef>
                <a:spcPts val="280"/>
              </a:spcBef>
              <a:spcAft>
                <a:spcPts val="0"/>
              </a:spcAft>
              <a:buClr>
                <a:schemeClr val="dk1"/>
              </a:buClr>
              <a:buSzPts val="1400"/>
              <a:buFont typeface="Arial" panose="020B0604020202020204"/>
              <a:buNone/>
              <a:defRPr sz="1400"/>
            </a:lvl7pPr>
            <a:lvl8pPr marL="3657600" lvl="7" indent="-228600" algn="l">
              <a:spcBef>
                <a:spcPts val="280"/>
              </a:spcBef>
              <a:spcAft>
                <a:spcPts val="0"/>
              </a:spcAft>
              <a:buClr>
                <a:schemeClr val="dk1"/>
              </a:buClr>
              <a:buSzPts val="1400"/>
              <a:buFont typeface="Arial" panose="020B0604020202020204"/>
              <a:buNone/>
              <a:defRPr sz="1400"/>
            </a:lvl8pPr>
            <a:lvl9pPr marL="4114800" lvl="8" indent="-228600" algn="l">
              <a:spcBef>
                <a:spcPts val="280"/>
              </a:spcBef>
              <a:spcAft>
                <a:spcPts val="0"/>
              </a:spcAft>
              <a:buClr>
                <a:schemeClr val="dk1"/>
              </a:buClr>
              <a:buSzPts val="1400"/>
              <a:buFont typeface="Arial" panose="020B0604020202020204"/>
              <a:buNone/>
              <a:defRPr sz="1400"/>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Chapter Opener">
  <p:cSld name="Chapter Opener">
    <p:spTree>
      <p:nvGrpSpPr>
        <p:cNvPr id="58" name="Shape 58"/>
        <p:cNvGrpSpPr/>
        <p:nvPr/>
      </p:nvGrpSpPr>
      <p:grpSpPr>
        <a:xfrm>
          <a:off x="0" y="0"/>
          <a:ext cx="0" cy="0"/>
          <a:chOff x="0" y="0"/>
          <a:chExt cx="0" cy="0"/>
        </a:xfrm>
      </p:grpSpPr>
      <p:sp>
        <p:nvSpPr>
          <p:cNvPr id="59" name="Google Shape;59;p14"/>
          <p:cNvSpPr txBox="1"/>
          <p:nvPr>
            <p:ph type="title"/>
          </p:nvPr>
        </p:nvSpPr>
        <p:spPr>
          <a:xfrm>
            <a:off x="457200" y="215372"/>
            <a:ext cx="8229600" cy="622828"/>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60" name="Google Shape;60;p14"/>
          <p:cNvSpPr txBox="1"/>
          <p:nvPr>
            <p:ph type="body" idx="1"/>
          </p:nvPr>
        </p:nvSpPr>
        <p:spPr>
          <a:xfrm>
            <a:off x="457200" y="816430"/>
            <a:ext cx="8229600" cy="478970"/>
          </a:xfrm>
          <a:prstGeom prst="rect">
            <a:avLst/>
          </a:prstGeom>
          <a:noFill/>
          <a:ln>
            <a:noFill/>
          </a:ln>
        </p:spPr>
        <p:txBody>
          <a:bodyPr spcFirstLastPara="1" wrap="square" lIns="91425" tIns="45700" rIns="91425" bIns="45700" anchor="t" anchorCtr="0">
            <a:noAutofit/>
          </a:bodyPr>
          <a:lstStyle>
            <a:lvl1pPr marL="457200" lvl="0" indent="-228600" algn="l">
              <a:spcBef>
                <a:spcPts val="0"/>
              </a:spcBef>
              <a:spcAft>
                <a:spcPts val="0"/>
              </a:spcAft>
              <a:buClr>
                <a:srgbClr val="007FA3"/>
              </a:buClr>
              <a:buSzPts val="2000"/>
              <a:buFont typeface="Arial" panose="020B0604020202020204"/>
              <a:buNone/>
              <a:defRPr sz="2000">
                <a:solidFill>
                  <a:srgbClr val="007FA3"/>
                </a:solidFill>
              </a:defRPr>
            </a:lvl1pPr>
            <a:lvl2pPr marL="914400" lvl="1" indent="-228600" algn="l">
              <a:spcBef>
                <a:spcPts val="0"/>
              </a:spcBef>
              <a:spcAft>
                <a:spcPts val="0"/>
              </a:spcAft>
              <a:buClr>
                <a:schemeClr val="lt1"/>
              </a:buClr>
              <a:buSzPts val="2400"/>
              <a:buFont typeface="Arial" panose="020B0604020202020204"/>
              <a:buNone/>
              <a:defRPr sz="2400">
                <a:solidFill>
                  <a:schemeClr val="lt1"/>
                </a:solidFill>
              </a:defRPr>
            </a:lvl2pPr>
            <a:lvl3pPr marL="1371600" lvl="2" indent="-228600" algn="l">
              <a:spcBef>
                <a:spcPts val="0"/>
              </a:spcBef>
              <a:spcAft>
                <a:spcPts val="0"/>
              </a:spcAft>
              <a:buClr>
                <a:schemeClr val="lt1"/>
              </a:buClr>
              <a:buSzPts val="2400"/>
              <a:buFont typeface="Arial" panose="020B0604020202020204"/>
              <a:buNone/>
              <a:defRPr sz="2400">
                <a:solidFill>
                  <a:schemeClr val="lt1"/>
                </a:solidFill>
              </a:defRPr>
            </a:lvl3pPr>
            <a:lvl4pPr marL="1828800" lvl="3" indent="-228600" algn="l">
              <a:spcBef>
                <a:spcPts val="0"/>
              </a:spcBef>
              <a:spcAft>
                <a:spcPts val="0"/>
              </a:spcAft>
              <a:buClr>
                <a:schemeClr val="lt1"/>
              </a:buClr>
              <a:buSzPts val="2400"/>
              <a:buFont typeface="Arial" panose="020B0604020202020204"/>
              <a:buNone/>
              <a:defRPr sz="2400">
                <a:solidFill>
                  <a:schemeClr val="lt1"/>
                </a:solidFill>
              </a:defRPr>
            </a:lvl4pPr>
            <a:lvl5pPr marL="2286000" lvl="4" indent="-228600" algn="l">
              <a:spcBef>
                <a:spcPts val="0"/>
              </a:spcBef>
              <a:spcAft>
                <a:spcPts val="0"/>
              </a:spcAft>
              <a:buClr>
                <a:schemeClr val="lt1"/>
              </a:buClr>
              <a:buSzPts val="2400"/>
              <a:buFont typeface="Arial" panose="020B0604020202020204"/>
              <a:buNone/>
              <a:defRPr sz="2400">
                <a:solidFill>
                  <a:schemeClr val="lt1"/>
                </a:solidFill>
              </a:defRPr>
            </a:lvl5pPr>
            <a:lvl6pPr marL="2743200" lvl="5" indent="-228600" algn="l">
              <a:spcBef>
                <a:spcPts val="0"/>
              </a:spcBef>
              <a:spcAft>
                <a:spcPts val="0"/>
              </a:spcAft>
              <a:buClr>
                <a:schemeClr val="lt1"/>
              </a:buClr>
              <a:buSzPts val="2400"/>
              <a:buFont typeface="Arial" panose="020B0604020202020204"/>
              <a:buNone/>
              <a:defRPr sz="2400">
                <a:solidFill>
                  <a:schemeClr val="lt1"/>
                </a:solidFill>
              </a:defRPr>
            </a:lvl6pPr>
            <a:lvl7pPr marL="3200400" lvl="6" indent="-228600" algn="l">
              <a:spcBef>
                <a:spcPts val="0"/>
              </a:spcBef>
              <a:spcAft>
                <a:spcPts val="0"/>
              </a:spcAft>
              <a:buClr>
                <a:schemeClr val="lt1"/>
              </a:buClr>
              <a:buSzPts val="2400"/>
              <a:buFont typeface="Arial" panose="020B0604020202020204"/>
              <a:buNone/>
              <a:defRPr sz="2400">
                <a:solidFill>
                  <a:schemeClr val="lt1"/>
                </a:solidFill>
              </a:defRPr>
            </a:lvl7pPr>
            <a:lvl8pPr marL="3657600" lvl="7" indent="-228600" algn="l">
              <a:spcBef>
                <a:spcPts val="0"/>
              </a:spcBef>
              <a:spcAft>
                <a:spcPts val="0"/>
              </a:spcAft>
              <a:buClr>
                <a:schemeClr val="lt1"/>
              </a:buClr>
              <a:buSzPts val="2400"/>
              <a:buFont typeface="Arial" panose="020B0604020202020204"/>
              <a:buNone/>
              <a:defRPr sz="2400">
                <a:solidFill>
                  <a:schemeClr val="lt1"/>
                </a:solidFill>
              </a:defRPr>
            </a:lvl8pPr>
            <a:lvl9pPr marL="4114800" lvl="8" indent="-228600" algn="l">
              <a:spcBef>
                <a:spcPts val="0"/>
              </a:spcBef>
              <a:spcAft>
                <a:spcPts val="0"/>
              </a:spcAft>
              <a:buClr>
                <a:schemeClr val="lt1"/>
              </a:buClr>
              <a:buSzPts val="2400"/>
              <a:buFont typeface="Arial" panose="020B0604020202020204"/>
              <a:buNone/>
              <a:defRPr sz="2400">
                <a:solidFill>
                  <a:schemeClr val="lt1"/>
                </a:solidFill>
              </a:defRPr>
            </a:lvl9pPr>
          </a:lstStyle>
          <a:p/>
        </p:txBody>
      </p:sp>
      <p:sp>
        <p:nvSpPr>
          <p:cNvPr id="61" name="Google Shape;61;p14"/>
          <p:cNvSpPr txBox="1"/>
          <p:nvPr>
            <p:ph type="body" idx="2"/>
          </p:nvPr>
        </p:nvSpPr>
        <p:spPr>
          <a:xfrm>
            <a:off x="5029200" y="1600201"/>
            <a:ext cx="3657600" cy="1600199"/>
          </a:xfrm>
          <a:prstGeom prst="rect">
            <a:avLst/>
          </a:prstGeom>
          <a:noFill/>
          <a:ln>
            <a:noFill/>
          </a:ln>
        </p:spPr>
        <p:txBody>
          <a:bodyPr spcFirstLastPara="1" wrap="square" lIns="91425" tIns="45700" rIns="91425" bIns="45700" anchor="b" anchorCtr="0">
            <a:noAutofit/>
          </a:bodyPr>
          <a:lstStyle>
            <a:lvl1pPr marL="457200" lvl="0" indent="-228600" algn="l">
              <a:spcBef>
                <a:spcPts val="0"/>
              </a:spcBef>
              <a:spcAft>
                <a:spcPts val="0"/>
              </a:spcAft>
              <a:buClr>
                <a:schemeClr val="dk1"/>
              </a:buClr>
              <a:buSzPts val="3000"/>
              <a:buFont typeface="Arial" panose="020B0604020202020204"/>
              <a:buNone/>
              <a:defRPr sz="3000"/>
            </a:lvl1pPr>
            <a:lvl2pPr marL="914400" lvl="1" indent="-228600" algn="l">
              <a:spcBef>
                <a:spcPts val="0"/>
              </a:spcBef>
              <a:spcAft>
                <a:spcPts val="0"/>
              </a:spcAft>
              <a:buClr>
                <a:schemeClr val="dk1"/>
              </a:buClr>
              <a:buSzPts val="4400"/>
              <a:buFont typeface="Arial" panose="020B0604020202020204"/>
              <a:buNone/>
              <a:defRPr sz="4400"/>
            </a:lvl2pPr>
            <a:lvl3pPr marL="1371600" lvl="2" indent="-228600" algn="l">
              <a:spcBef>
                <a:spcPts val="0"/>
              </a:spcBef>
              <a:spcAft>
                <a:spcPts val="0"/>
              </a:spcAft>
              <a:buClr>
                <a:schemeClr val="dk1"/>
              </a:buClr>
              <a:buSzPts val="4400"/>
              <a:buFont typeface="Arial" panose="020B0604020202020204"/>
              <a:buNone/>
              <a:defRPr sz="4400"/>
            </a:lvl3pPr>
            <a:lvl4pPr marL="1828800" lvl="3" indent="-228600" algn="l">
              <a:spcBef>
                <a:spcPts val="0"/>
              </a:spcBef>
              <a:spcAft>
                <a:spcPts val="0"/>
              </a:spcAft>
              <a:buClr>
                <a:schemeClr val="dk1"/>
              </a:buClr>
              <a:buSzPts val="4400"/>
              <a:buFont typeface="Arial" panose="020B0604020202020204"/>
              <a:buNone/>
              <a:defRPr sz="4400"/>
            </a:lvl4pPr>
            <a:lvl5pPr marL="2286000" lvl="4" indent="-228600" algn="l">
              <a:spcBef>
                <a:spcPts val="0"/>
              </a:spcBef>
              <a:spcAft>
                <a:spcPts val="0"/>
              </a:spcAft>
              <a:buClr>
                <a:schemeClr val="dk1"/>
              </a:buClr>
              <a:buSzPts val="4400"/>
              <a:buFont typeface="Arial" panose="020B0604020202020204"/>
              <a:buNone/>
              <a:defRPr sz="4400"/>
            </a:lvl5pPr>
            <a:lvl6pPr marL="2743200" lvl="5" indent="-228600" algn="l">
              <a:spcBef>
                <a:spcPts val="0"/>
              </a:spcBef>
              <a:spcAft>
                <a:spcPts val="0"/>
              </a:spcAft>
              <a:buClr>
                <a:schemeClr val="dk1"/>
              </a:buClr>
              <a:buSzPts val="4400"/>
              <a:buFont typeface="Arial" panose="020B0604020202020204"/>
              <a:buNone/>
              <a:defRPr sz="4400"/>
            </a:lvl6pPr>
            <a:lvl7pPr marL="3200400" lvl="6" indent="-228600" algn="l">
              <a:spcBef>
                <a:spcPts val="0"/>
              </a:spcBef>
              <a:spcAft>
                <a:spcPts val="0"/>
              </a:spcAft>
              <a:buClr>
                <a:schemeClr val="dk1"/>
              </a:buClr>
              <a:buSzPts val="4400"/>
              <a:buFont typeface="Arial" panose="020B0604020202020204"/>
              <a:buNone/>
              <a:defRPr sz="4400"/>
            </a:lvl7pPr>
            <a:lvl8pPr marL="3657600" lvl="7" indent="-228600" algn="l">
              <a:spcBef>
                <a:spcPts val="0"/>
              </a:spcBef>
              <a:spcAft>
                <a:spcPts val="0"/>
              </a:spcAft>
              <a:buClr>
                <a:schemeClr val="dk1"/>
              </a:buClr>
              <a:buSzPts val="4400"/>
              <a:buFont typeface="Arial" panose="020B0604020202020204"/>
              <a:buNone/>
              <a:defRPr sz="4400"/>
            </a:lvl8pPr>
            <a:lvl9pPr marL="4114800" lvl="8" indent="-228600" algn="l">
              <a:spcBef>
                <a:spcPts val="0"/>
              </a:spcBef>
              <a:spcAft>
                <a:spcPts val="0"/>
              </a:spcAft>
              <a:buClr>
                <a:schemeClr val="dk1"/>
              </a:buClr>
              <a:buSzPts val="4400"/>
              <a:buFont typeface="Arial" panose="020B0604020202020204"/>
              <a:buNone/>
              <a:defRPr sz="4400"/>
            </a:lvl9pPr>
          </a:lstStyle>
          <a:p/>
        </p:txBody>
      </p:sp>
      <p:sp>
        <p:nvSpPr>
          <p:cNvPr id="62" name="Google Shape;62;p14"/>
          <p:cNvSpPr txBox="1"/>
          <p:nvPr>
            <p:ph type="body" idx="3"/>
          </p:nvPr>
        </p:nvSpPr>
        <p:spPr>
          <a:xfrm>
            <a:off x="5029200" y="3200400"/>
            <a:ext cx="3657600" cy="2925763"/>
          </a:xfrm>
          <a:prstGeom prst="rect">
            <a:avLst/>
          </a:prstGeom>
          <a:noFill/>
          <a:ln>
            <a:noFill/>
          </a:ln>
        </p:spPr>
        <p:txBody>
          <a:bodyPr spcFirstLastPara="1" wrap="square" lIns="91425" tIns="45700" rIns="91425" bIns="45700" anchor="t" anchorCtr="0">
            <a:noAutofit/>
          </a:bodyPr>
          <a:lstStyle>
            <a:lvl1pPr marL="457200" lvl="0" indent="-228600" algn="l">
              <a:spcBef>
                <a:spcPts val="0"/>
              </a:spcBef>
              <a:spcAft>
                <a:spcPts val="0"/>
              </a:spcAft>
              <a:buClr>
                <a:schemeClr val="dk1"/>
              </a:buClr>
              <a:buSzPts val="2200"/>
              <a:buFont typeface="Arial" panose="020B0604020202020204"/>
              <a:buNone/>
              <a:defRPr sz="2200"/>
            </a:lvl1pPr>
            <a:lvl2pPr marL="914400" lvl="1" indent="-228600" algn="l">
              <a:spcBef>
                <a:spcPts val="0"/>
              </a:spcBef>
              <a:spcAft>
                <a:spcPts val="0"/>
              </a:spcAft>
              <a:buClr>
                <a:schemeClr val="dk1"/>
              </a:buClr>
              <a:buSzPts val="2800"/>
              <a:buFont typeface="Arial" panose="020B0604020202020204"/>
              <a:buNone/>
              <a:defRPr/>
            </a:lvl2pPr>
            <a:lvl3pPr marL="1371600" lvl="2" indent="-228600" algn="l">
              <a:spcBef>
                <a:spcPts val="0"/>
              </a:spcBef>
              <a:spcAft>
                <a:spcPts val="0"/>
              </a:spcAft>
              <a:buClr>
                <a:schemeClr val="dk1"/>
              </a:buClr>
              <a:buSzPts val="2400"/>
              <a:buFont typeface="Arial" panose="020B0604020202020204"/>
              <a:buNone/>
              <a:defRPr/>
            </a:lvl3pPr>
            <a:lvl4pPr marL="1828800" lvl="3" indent="-228600" algn="l">
              <a:spcBef>
                <a:spcPts val="0"/>
              </a:spcBef>
              <a:spcAft>
                <a:spcPts val="0"/>
              </a:spcAft>
              <a:buClr>
                <a:schemeClr val="dk1"/>
              </a:buClr>
              <a:buSzPts val="2000"/>
              <a:buFont typeface="Arial" panose="020B0604020202020204"/>
              <a:buNone/>
              <a:defRPr/>
            </a:lvl4pPr>
            <a:lvl5pPr marL="2286000" lvl="4" indent="-228600" algn="l">
              <a:spcBef>
                <a:spcPts val="0"/>
              </a:spcBef>
              <a:spcAft>
                <a:spcPts val="0"/>
              </a:spcAft>
              <a:buClr>
                <a:schemeClr val="dk1"/>
              </a:buClr>
              <a:buSzPts val="2000"/>
              <a:buFont typeface="Arial" panose="020B0604020202020204"/>
              <a:buNone/>
              <a:defRPr/>
            </a:lvl5pPr>
            <a:lvl6pPr marL="2743200" lvl="5" indent="-228600" algn="l">
              <a:spcBef>
                <a:spcPts val="0"/>
              </a:spcBef>
              <a:spcAft>
                <a:spcPts val="0"/>
              </a:spcAft>
              <a:buClr>
                <a:schemeClr val="dk1"/>
              </a:buClr>
              <a:buSzPts val="2000"/>
              <a:buFont typeface="Arial" panose="020B0604020202020204"/>
              <a:buNone/>
              <a:defRPr/>
            </a:lvl6pPr>
            <a:lvl7pPr marL="3200400" lvl="6" indent="-228600" algn="l">
              <a:spcBef>
                <a:spcPts val="0"/>
              </a:spcBef>
              <a:spcAft>
                <a:spcPts val="0"/>
              </a:spcAft>
              <a:buClr>
                <a:schemeClr val="dk1"/>
              </a:buClr>
              <a:buSzPts val="2000"/>
              <a:buFont typeface="Arial" panose="020B0604020202020204"/>
              <a:buNone/>
              <a:defRPr/>
            </a:lvl7pPr>
            <a:lvl8pPr marL="3657600" lvl="7" indent="-228600" algn="l">
              <a:spcBef>
                <a:spcPts val="0"/>
              </a:spcBef>
              <a:spcAft>
                <a:spcPts val="0"/>
              </a:spcAft>
              <a:buClr>
                <a:schemeClr val="dk1"/>
              </a:buClr>
              <a:buSzPts val="2000"/>
              <a:buFont typeface="Arial" panose="020B0604020202020204"/>
              <a:buNone/>
              <a:defRPr/>
            </a:lvl8pPr>
            <a:lvl9pPr marL="4114800" lvl="8" indent="-228600" algn="l">
              <a:spcBef>
                <a:spcPts val="0"/>
              </a:spcBef>
              <a:spcAft>
                <a:spcPts val="0"/>
              </a:spcAft>
              <a:buClr>
                <a:schemeClr val="dk1"/>
              </a:buClr>
              <a:buSzPts val="2000"/>
              <a:buFont typeface="Arial" panose="020B0604020202020204"/>
              <a:buNone/>
              <a:defRPr/>
            </a:lvl9pPr>
          </a:lstStyle>
          <a:p/>
        </p:txBody>
      </p:sp>
      <p:sp>
        <p:nvSpPr>
          <p:cNvPr id="63" name="Google Shape;63;p14"/>
          <p:cNvSpPr txBox="1"/>
          <p:nvPr>
            <p:ph type="ftr" idx="11"/>
          </p:nvPr>
        </p:nvSpPr>
        <p:spPr>
          <a:xfrm>
            <a:off x="93662" y="6165850"/>
            <a:ext cx="8596312" cy="23495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14"/>
          <p:cNvSpPr txBox="1"/>
          <p:nvPr>
            <p:ph type="dt" idx="10"/>
          </p:nvPr>
        </p:nvSpPr>
        <p:spPr>
          <a:xfrm>
            <a:off x="6335712" y="112712"/>
            <a:ext cx="2133600" cy="182562"/>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solidFill>
                  <a:srgbClr val="000000"/>
                </a:solidFill>
                <a:latin typeface="Times"/>
                <a:ea typeface="Times"/>
                <a:cs typeface="Times"/>
                <a:sym typeface="Time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 name="Google Shape;65;p14"/>
          <p:cNvSpPr txBox="1"/>
          <p:nvPr>
            <p:ph type="sldNum" idx="12"/>
          </p:nvPr>
        </p:nvSpPr>
        <p:spPr>
          <a:xfrm>
            <a:off x="8469312" y="112712"/>
            <a:ext cx="552450" cy="182562"/>
          </a:xfrm>
          <a:prstGeom prst="rect">
            <a:avLst/>
          </a:prstGeom>
          <a:noFill/>
          <a:ln>
            <a:noFill/>
          </a:ln>
        </p:spPr>
        <p:txBody>
          <a:bodyPr spcFirstLastPara="1" wrap="square" lIns="91425" tIns="45700" rIns="91425" bIns="45700" anchor="t" anchorCtr="0">
            <a:noAutofit/>
          </a:bodyPr>
          <a:lstStyle>
            <a:lvl1pPr marL="0" marR="0" lvl="0" indent="0" algn="l">
              <a:lnSpc>
                <a:spcPct val="100000"/>
              </a:lnSpc>
              <a:spcBef>
                <a:spcPts val="0"/>
              </a:spcBef>
              <a:spcAft>
                <a:spcPts val="0"/>
              </a:spcAft>
              <a:buClr>
                <a:srgbClr val="000000"/>
              </a:buClr>
              <a:buSzPts val="1800"/>
              <a:buFont typeface="Times"/>
              <a:buNone/>
              <a:defRPr sz="1800" b="0" i="0" u="none">
                <a:solidFill>
                  <a:srgbClr val="000000"/>
                </a:solidFill>
                <a:latin typeface="Times"/>
                <a:ea typeface="Times"/>
                <a:cs typeface="Times"/>
                <a:sym typeface="Times"/>
              </a:defRPr>
            </a:lvl1pPr>
            <a:lvl2pPr marL="0" marR="0" lvl="1" indent="0" algn="l">
              <a:lnSpc>
                <a:spcPct val="100000"/>
              </a:lnSpc>
              <a:spcBef>
                <a:spcPts val="0"/>
              </a:spcBef>
              <a:spcAft>
                <a:spcPts val="0"/>
              </a:spcAft>
              <a:buClr>
                <a:srgbClr val="000000"/>
              </a:buClr>
              <a:buSzPts val="1800"/>
              <a:buFont typeface="Times"/>
              <a:buNone/>
              <a:defRPr sz="1800" b="0" i="0" u="none">
                <a:solidFill>
                  <a:srgbClr val="000000"/>
                </a:solidFill>
                <a:latin typeface="Times"/>
                <a:ea typeface="Times"/>
                <a:cs typeface="Times"/>
                <a:sym typeface="Times"/>
              </a:defRPr>
            </a:lvl2pPr>
            <a:lvl3pPr marL="0" marR="0" lvl="2" indent="0" algn="l">
              <a:lnSpc>
                <a:spcPct val="100000"/>
              </a:lnSpc>
              <a:spcBef>
                <a:spcPts val="0"/>
              </a:spcBef>
              <a:spcAft>
                <a:spcPts val="0"/>
              </a:spcAft>
              <a:buClr>
                <a:srgbClr val="000000"/>
              </a:buClr>
              <a:buSzPts val="1800"/>
              <a:buFont typeface="Times"/>
              <a:buNone/>
              <a:defRPr sz="1800" b="0" i="0" u="none">
                <a:solidFill>
                  <a:srgbClr val="000000"/>
                </a:solidFill>
                <a:latin typeface="Times"/>
                <a:ea typeface="Times"/>
                <a:cs typeface="Times"/>
                <a:sym typeface="Times"/>
              </a:defRPr>
            </a:lvl3pPr>
            <a:lvl4pPr marL="0" marR="0" lvl="3" indent="0" algn="l">
              <a:lnSpc>
                <a:spcPct val="100000"/>
              </a:lnSpc>
              <a:spcBef>
                <a:spcPts val="0"/>
              </a:spcBef>
              <a:spcAft>
                <a:spcPts val="0"/>
              </a:spcAft>
              <a:buClr>
                <a:srgbClr val="000000"/>
              </a:buClr>
              <a:buSzPts val="1800"/>
              <a:buFont typeface="Times"/>
              <a:buNone/>
              <a:defRPr sz="1800" b="0" i="0" u="none">
                <a:solidFill>
                  <a:srgbClr val="000000"/>
                </a:solidFill>
                <a:latin typeface="Times"/>
                <a:ea typeface="Times"/>
                <a:cs typeface="Times"/>
                <a:sym typeface="Times"/>
              </a:defRPr>
            </a:lvl4pPr>
            <a:lvl5pPr marL="0" marR="0" lvl="4" indent="0" algn="l">
              <a:lnSpc>
                <a:spcPct val="100000"/>
              </a:lnSpc>
              <a:spcBef>
                <a:spcPts val="0"/>
              </a:spcBef>
              <a:spcAft>
                <a:spcPts val="0"/>
              </a:spcAft>
              <a:buClr>
                <a:srgbClr val="000000"/>
              </a:buClr>
              <a:buSzPts val="1800"/>
              <a:buFont typeface="Times"/>
              <a:buNone/>
              <a:defRPr sz="1800" b="0" i="0" u="none">
                <a:solidFill>
                  <a:srgbClr val="000000"/>
                </a:solidFill>
                <a:latin typeface="Times"/>
                <a:ea typeface="Times"/>
                <a:cs typeface="Times"/>
                <a:sym typeface="Times"/>
              </a:defRPr>
            </a:lvl5pPr>
            <a:lvl6pPr marL="0" marR="0" lvl="5" indent="0" algn="l">
              <a:lnSpc>
                <a:spcPct val="100000"/>
              </a:lnSpc>
              <a:spcBef>
                <a:spcPts val="0"/>
              </a:spcBef>
              <a:spcAft>
                <a:spcPts val="0"/>
              </a:spcAft>
              <a:buClr>
                <a:srgbClr val="000000"/>
              </a:buClr>
              <a:buSzPts val="1800"/>
              <a:buFont typeface="Times"/>
              <a:buNone/>
              <a:defRPr sz="1800" b="0" i="0" u="none">
                <a:solidFill>
                  <a:srgbClr val="000000"/>
                </a:solidFill>
                <a:latin typeface="Times"/>
                <a:ea typeface="Times"/>
                <a:cs typeface="Times"/>
                <a:sym typeface="Times"/>
              </a:defRPr>
            </a:lvl6pPr>
            <a:lvl7pPr marL="0" marR="0" lvl="6" indent="0" algn="l">
              <a:lnSpc>
                <a:spcPct val="100000"/>
              </a:lnSpc>
              <a:spcBef>
                <a:spcPts val="0"/>
              </a:spcBef>
              <a:spcAft>
                <a:spcPts val="0"/>
              </a:spcAft>
              <a:buClr>
                <a:srgbClr val="000000"/>
              </a:buClr>
              <a:buSzPts val="1800"/>
              <a:buFont typeface="Times"/>
              <a:buNone/>
              <a:defRPr sz="1800" b="0" i="0" u="none">
                <a:solidFill>
                  <a:srgbClr val="000000"/>
                </a:solidFill>
                <a:latin typeface="Times"/>
                <a:ea typeface="Times"/>
                <a:cs typeface="Times"/>
                <a:sym typeface="Times"/>
              </a:defRPr>
            </a:lvl7pPr>
            <a:lvl8pPr marL="0" marR="0" lvl="7" indent="0" algn="l">
              <a:lnSpc>
                <a:spcPct val="100000"/>
              </a:lnSpc>
              <a:spcBef>
                <a:spcPts val="0"/>
              </a:spcBef>
              <a:spcAft>
                <a:spcPts val="0"/>
              </a:spcAft>
              <a:buClr>
                <a:srgbClr val="000000"/>
              </a:buClr>
              <a:buSzPts val="1800"/>
              <a:buFont typeface="Times"/>
              <a:buNone/>
              <a:defRPr sz="1800" b="0" i="0" u="none">
                <a:solidFill>
                  <a:srgbClr val="000000"/>
                </a:solidFill>
                <a:latin typeface="Times"/>
                <a:ea typeface="Times"/>
                <a:cs typeface="Times"/>
                <a:sym typeface="Times"/>
              </a:defRPr>
            </a:lvl8pPr>
            <a:lvl9pPr marL="0" marR="0" lvl="8" indent="0" algn="l">
              <a:lnSpc>
                <a:spcPct val="100000"/>
              </a:lnSpc>
              <a:spcBef>
                <a:spcPts val="0"/>
              </a:spcBef>
              <a:spcAft>
                <a:spcPts val="0"/>
              </a:spcAft>
              <a:buClr>
                <a:srgbClr val="000000"/>
              </a:buClr>
              <a:buSzPts val="1800"/>
              <a:buFont typeface="Times"/>
              <a:buNone/>
              <a:defRPr sz="1800" b="0" i="0" u="none">
                <a:solidFill>
                  <a:srgbClr val="000000"/>
                </a:solidFill>
                <a:latin typeface="Times"/>
                <a:ea typeface="Times"/>
                <a:cs typeface="Times"/>
                <a:sym typeface="Times"/>
              </a:defRPr>
            </a:lvl9pPr>
          </a:lstStyle>
          <a:p>
            <a:pPr marL="0" lvl="0" indent="0" algn="l" rtl="0">
              <a:spcBef>
                <a:spcPts val="0"/>
              </a:spcBef>
              <a:spcAft>
                <a:spcPts val="0"/>
              </a:spcAft>
              <a:buNone/>
            </a:pPr>
            <a:fld id="{00000000-1234-1234-1234-123412341234}" type="slidenum">
              <a:rPr lang="en-US"/>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1.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image" Target="../media/image1.png"/><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9" name="Shape 9"/>
        <p:cNvGrpSpPr/>
        <p:nvPr/>
      </p:nvGrpSpPr>
      <p:grpSpPr>
        <a:xfrm>
          <a:off x="0" y="0"/>
          <a:ext cx="0" cy="0"/>
          <a:chOff x="0" y="0"/>
          <a:chExt cx="0" cy="0"/>
        </a:xfrm>
      </p:grpSpPr>
      <p:sp>
        <p:nvSpPr>
          <p:cNvPr id="10" name="Google Shape;10;p1"/>
          <p:cNvSpPr txBox="1"/>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4400" b="1" i="0" u="none" strike="noStrike" cap="none">
                <a:solidFill>
                  <a:srgbClr val="007FA3"/>
                </a:solidFill>
                <a:latin typeface="Arial" panose="020B0604020202020204"/>
                <a:ea typeface="Arial" panose="020B0604020202020204"/>
                <a:cs typeface="Arial" panose="020B0604020202020204"/>
                <a:sym typeface="Arial" panose="020B0604020202020204"/>
              </a:defRPr>
            </a:lvl1pPr>
            <a:lvl2pPr marR="0" lvl="1" algn="ctr" rtl="0">
              <a:spcBef>
                <a:spcPts val="0"/>
              </a:spcBef>
              <a:spcAft>
                <a:spcPts val="0"/>
              </a:spcAft>
              <a:buSzPts val="1400"/>
              <a:buNone/>
              <a:defRPr sz="4400" b="1" i="0" u="none" strike="noStrike" cap="none">
                <a:solidFill>
                  <a:srgbClr val="007FA3"/>
                </a:solidFill>
                <a:latin typeface="Arial" panose="020B0604020202020204"/>
                <a:ea typeface="Arial" panose="020B0604020202020204"/>
                <a:cs typeface="Arial" panose="020B0604020202020204"/>
                <a:sym typeface="Arial" panose="020B0604020202020204"/>
              </a:defRPr>
            </a:lvl2pPr>
            <a:lvl3pPr marR="0" lvl="2" algn="ctr" rtl="0">
              <a:spcBef>
                <a:spcPts val="0"/>
              </a:spcBef>
              <a:spcAft>
                <a:spcPts val="0"/>
              </a:spcAft>
              <a:buSzPts val="1400"/>
              <a:buNone/>
              <a:defRPr sz="4400" b="1" i="0" u="none" strike="noStrike" cap="none">
                <a:solidFill>
                  <a:srgbClr val="007FA3"/>
                </a:solidFill>
                <a:latin typeface="Arial" panose="020B0604020202020204"/>
                <a:ea typeface="Arial" panose="020B0604020202020204"/>
                <a:cs typeface="Arial" panose="020B0604020202020204"/>
                <a:sym typeface="Arial" panose="020B0604020202020204"/>
              </a:defRPr>
            </a:lvl3pPr>
            <a:lvl4pPr marR="0" lvl="3" algn="ctr" rtl="0">
              <a:spcBef>
                <a:spcPts val="0"/>
              </a:spcBef>
              <a:spcAft>
                <a:spcPts val="0"/>
              </a:spcAft>
              <a:buSzPts val="1400"/>
              <a:buNone/>
              <a:defRPr sz="4400" b="1" i="0" u="none" strike="noStrike" cap="none">
                <a:solidFill>
                  <a:srgbClr val="007FA3"/>
                </a:solidFill>
                <a:latin typeface="Arial" panose="020B0604020202020204"/>
                <a:ea typeface="Arial" panose="020B0604020202020204"/>
                <a:cs typeface="Arial" panose="020B0604020202020204"/>
                <a:sym typeface="Arial" panose="020B0604020202020204"/>
              </a:defRPr>
            </a:lvl4pPr>
            <a:lvl5pPr marR="0" lvl="4" algn="ctr" rtl="0">
              <a:spcBef>
                <a:spcPts val="0"/>
              </a:spcBef>
              <a:spcAft>
                <a:spcPts val="0"/>
              </a:spcAft>
              <a:buSzPts val="1400"/>
              <a:buNone/>
              <a:defRPr sz="4400" b="1" i="0" u="none" strike="noStrike" cap="none">
                <a:solidFill>
                  <a:srgbClr val="007FA3"/>
                </a:solidFill>
                <a:latin typeface="Arial" panose="020B0604020202020204"/>
                <a:ea typeface="Arial" panose="020B0604020202020204"/>
                <a:cs typeface="Arial" panose="020B0604020202020204"/>
                <a:sym typeface="Arial" panose="020B0604020202020204"/>
              </a:defRPr>
            </a:lvl5pPr>
            <a:lvl6pPr marR="0" lvl="5" algn="ctr" rtl="0">
              <a:spcBef>
                <a:spcPts val="0"/>
              </a:spcBef>
              <a:spcAft>
                <a:spcPts val="0"/>
              </a:spcAft>
              <a:buSzPts val="1400"/>
              <a:buNone/>
              <a:defRPr sz="44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R="0" lvl="6" algn="ctr" rtl="0">
              <a:spcBef>
                <a:spcPts val="0"/>
              </a:spcBef>
              <a:spcAft>
                <a:spcPts val="0"/>
              </a:spcAft>
              <a:buSzPts val="1400"/>
              <a:buNone/>
              <a:defRPr sz="44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R="0" lvl="7" algn="ctr" rtl="0">
              <a:spcBef>
                <a:spcPts val="0"/>
              </a:spcBef>
              <a:spcAft>
                <a:spcPts val="0"/>
              </a:spcAft>
              <a:buSzPts val="1400"/>
              <a:buNone/>
              <a:defRPr sz="44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R="0" lvl="8" algn="ctr" rtl="0">
              <a:spcBef>
                <a:spcPts val="0"/>
              </a:spcBef>
              <a:spcAft>
                <a:spcPts val="0"/>
              </a:spcAft>
              <a:buSzPts val="1400"/>
              <a:buNone/>
              <a:defRPr sz="44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p:txBody>
      </p:sp>
      <p:sp>
        <p:nvSpPr>
          <p:cNvPr id="11" name="Google Shape;11;p1"/>
          <p:cNvSpPr txBox="1"/>
          <p:nvPr>
            <p:ph type="body" idx="1"/>
          </p:nvPr>
        </p:nvSpPr>
        <p:spPr>
          <a:xfrm>
            <a:off x="457200" y="1600200"/>
            <a:ext cx="8229600" cy="4525962"/>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chemeClr val="dk1"/>
              </a:buClr>
              <a:buSzPts val="3200"/>
              <a:buFont typeface="Arial" panose="020B0604020202020204"/>
              <a:buChar char="•"/>
              <a:defRPr sz="32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406400" algn="l" rtl="0">
              <a:spcBef>
                <a:spcPts val="560"/>
              </a:spcBef>
              <a:spcAft>
                <a:spcPts val="0"/>
              </a:spcAft>
              <a:buClr>
                <a:schemeClr val="dk1"/>
              </a:buClr>
              <a:buSzPts val="2800"/>
              <a:buFont typeface="Arial" panose="020B0604020202020204"/>
              <a:buChar char="–"/>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81000" algn="l" rtl="0">
              <a:spcBef>
                <a:spcPts val="480"/>
              </a:spcBef>
              <a:spcAft>
                <a:spcPts val="0"/>
              </a:spcAft>
              <a:buClr>
                <a:schemeClr val="dk1"/>
              </a:buClr>
              <a:buSzPts val="2400"/>
              <a:buFont typeface="Arial" panose="020B0604020202020204"/>
              <a:buChar char="•"/>
              <a:defRPr sz="2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pic>
        <p:nvPicPr>
          <p:cNvPr id="12" name="Google Shape;12;p1" descr="Pearson Logo"/>
          <p:cNvPicPr preferRelativeResize="0"/>
          <p:nvPr/>
        </p:nvPicPr>
        <p:blipFill rotWithShape="1">
          <a:blip r:embed="rId12"/>
          <a:srcRect/>
          <a:stretch>
            <a:fillRect/>
          </a:stretch>
        </p:blipFill>
        <p:spPr>
          <a:xfrm>
            <a:off x="457200" y="6376987"/>
            <a:ext cx="917575" cy="279400"/>
          </a:xfrm>
          <a:prstGeom prst="rect">
            <a:avLst/>
          </a:prstGeom>
          <a:noFill/>
          <a:ln>
            <a:noFill/>
          </a:ln>
        </p:spPr>
      </p:pic>
      <p:sp>
        <p:nvSpPr>
          <p:cNvPr id="13" name="Google Shape;13;p1"/>
          <p:cNvSpPr txBox="1"/>
          <p:nvPr/>
        </p:nvSpPr>
        <p:spPr>
          <a:xfrm>
            <a:off x="185737" y="6416675"/>
            <a:ext cx="8642350" cy="188912"/>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Clr>
                <a:srgbClr val="000000"/>
              </a:buClr>
              <a:buSzPts val="800"/>
              <a:buFont typeface="Arial" panose="020B0604020202020204"/>
              <a:buNone/>
            </a:pPr>
            <a:r>
              <a:rPr lang="en-US" sz="800" b="0" i="0" u="none" strike="noStrike" cap="none">
                <a:solidFill>
                  <a:srgbClr val="000000"/>
                </a:solidFill>
                <a:latin typeface="Arial" panose="020B0604020202020204"/>
                <a:ea typeface="Arial" panose="020B0604020202020204"/>
                <a:cs typeface="Arial" panose="020B0604020202020204"/>
                <a:sym typeface="Arial" panose="020B0604020202020204"/>
              </a:rPr>
              <a:t>Copyright © 2019, 2015, 2009 Pearson Education, Inc. All Rights Reserved</a:t>
            </a:r>
            <a:endParaRPr lang="en-US" sz="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0" name="Shape 50"/>
        <p:cNvGrpSpPr/>
        <p:nvPr/>
      </p:nvGrpSpPr>
      <p:grpSpPr>
        <a:xfrm>
          <a:off x="0" y="0"/>
          <a:ext cx="0" cy="0"/>
          <a:chOff x="0" y="0"/>
          <a:chExt cx="0" cy="0"/>
        </a:xfrm>
      </p:grpSpPr>
      <p:pic>
        <p:nvPicPr>
          <p:cNvPr id="51" name="Google Shape;51;p13" descr="Pearson Logo"/>
          <p:cNvPicPr preferRelativeResize="0"/>
          <p:nvPr/>
        </p:nvPicPr>
        <p:blipFill rotWithShape="1">
          <a:blip r:embed="rId2"/>
          <a:srcRect/>
          <a:stretch>
            <a:fillRect/>
          </a:stretch>
        </p:blipFill>
        <p:spPr>
          <a:xfrm>
            <a:off x="457200" y="6376987"/>
            <a:ext cx="917575" cy="279400"/>
          </a:xfrm>
          <a:prstGeom prst="rect">
            <a:avLst/>
          </a:prstGeom>
          <a:noFill/>
          <a:ln>
            <a:noFill/>
          </a:ln>
        </p:spPr>
      </p:pic>
      <p:sp>
        <p:nvSpPr>
          <p:cNvPr id="52" name="Google Shape;52;p13"/>
          <p:cNvSpPr txBox="1"/>
          <p:nvPr/>
        </p:nvSpPr>
        <p:spPr>
          <a:xfrm>
            <a:off x="185737" y="6416675"/>
            <a:ext cx="8642350" cy="188912"/>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Clr>
                <a:srgbClr val="000000"/>
              </a:buClr>
              <a:buSzPts val="800"/>
              <a:buFont typeface="Arial" panose="020B0604020202020204"/>
              <a:buNone/>
            </a:pPr>
            <a:r>
              <a:rPr lang="en-US" sz="800" b="0" i="0" u="none">
                <a:solidFill>
                  <a:srgbClr val="000000"/>
                </a:solidFill>
                <a:latin typeface="Arial" panose="020B0604020202020204"/>
                <a:ea typeface="Arial" panose="020B0604020202020204"/>
                <a:cs typeface="Arial" panose="020B0604020202020204"/>
                <a:sym typeface="Arial" panose="020B0604020202020204"/>
              </a:rPr>
              <a:t>Copyright © 2019, 2015, 2009 Pearson Education, Inc. All Rights Reserved</a:t>
            </a:r>
            <a:endParaRPr lang="en-US" sz="800" b="0" i="0" u="none">
              <a:solidFill>
                <a:srgbClr val="000000"/>
              </a:solidFill>
              <a:latin typeface="Arial" panose="020B0604020202020204"/>
              <a:ea typeface="Arial" panose="020B0604020202020204"/>
              <a:cs typeface="Arial" panose="020B0604020202020204"/>
              <a:sym typeface="Arial" panose="020B0604020202020204"/>
            </a:endParaRPr>
          </a:p>
        </p:txBody>
      </p:sp>
      <p:sp>
        <p:nvSpPr>
          <p:cNvPr id="53" name="Google Shape;53;p13"/>
          <p:cNvSpPr txBox="1"/>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4400" b="1" i="0" u="none" strike="noStrike" cap="none">
                <a:solidFill>
                  <a:srgbClr val="007FA3"/>
                </a:solidFill>
                <a:latin typeface="Arial" panose="020B0604020202020204"/>
                <a:ea typeface="Arial" panose="020B0604020202020204"/>
                <a:cs typeface="Arial" panose="020B0604020202020204"/>
                <a:sym typeface="Arial" panose="020B0604020202020204"/>
              </a:defRPr>
            </a:lvl1pPr>
            <a:lvl2pPr marR="0" lvl="1" algn="ctr" rtl="0">
              <a:spcBef>
                <a:spcPts val="0"/>
              </a:spcBef>
              <a:spcAft>
                <a:spcPts val="0"/>
              </a:spcAft>
              <a:buSzPts val="1400"/>
              <a:buNone/>
              <a:defRPr sz="4400" b="1" i="0" u="none" strike="noStrike" cap="none">
                <a:solidFill>
                  <a:srgbClr val="007FA3"/>
                </a:solidFill>
                <a:latin typeface="Arial" panose="020B0604020202020204"/>
                <a:ea typeface="Arial" panose="020B0604020202020204"/>
                <a:cs typeface="Arial" panose="020B0604020202020204"/>
                <a:sym typeface="Arial" panose="020B0604020202020204"/>
              </a:defRPr>
            </a:lvl2pPr>
            <a:lvl3pPr marR="0" lvl="2" algn="ctr" rtl="0">
              <a:spcBef>
                <a:spcPts val="0"/>
              </a:spcBef>
              <a:spcAft>
                <a:spcPts val="0"/>
              </a:spcAft>
              <a:buSzPts val="1400"/>
              <a:buNone/>
              <a:defRPr sz="4400" b="1" i="0" u="none" strike="noStrike" cap="none">
                <a:solidFill>
                  <a:srgbClr val="007FA3"/>
                </a:solidFill>
                <a:latin typeface="Arial" panose="020B0604020202020204"/>
                <a:ea typeface="Arial" panose="020B0604020202020204"/>
                <a:cs typeface="Arial" panose="020B0604020202020204"/>
                <a:sym typeface="Arial" panose="020B0604020202020204"/>
              </a:defRPr>
            </a:lvl3pPr>
            <a:lvl4pPr marR="0" lvl="3" algn="ctr" rtl="0">
              <a:spcBef>
                <a:spcPts val="0"/>
              </a:spcBef>
              <a:spcAft>
                <a:spcPts val="0"/>
              </a:spcAft>
              <a:buSzPts val="1400"/>
              <a:buNone/>
              <a:defRPr sz="4400" b="1" i="0" u="none" strike="noStrike" cap="none">
                <a:solidFill>
                  <a:srgbClr val="007FA3"/>
                </a:solidFill>
                <a:latin typeface="Arial" panose="020B0604020202020204"/>
                <a:ea typeface="Arial" panose="020B0604020202020204"/>
                <a:cs typeface="Arial" panose="020B0604020202020204"/>
                <a:sym typeface="Arial" panose="020B0604020202020204"/>
              </a:defRPr>
            </a:lvl4pPr>
            <a:lvl5pPr marR="0" lvl="4" algn="ctr" rtl="0">
              <a:spcBef>
                <a:spcPts val="0"/>
              </a:spcBef>
              <a:spcAft>
                <a:spcPts val="0"/>
              </a:spcAft>
              <a:buSzPts val="1400"/>
              <a:buNone/>
              <a:defRPr sz="4400" b="1" i="0" u="none" strike="noStrike" cap="none">
                <a:solidFill>
                  <a:srgbClr val="007FA3"/>
                </a:solidFill>
                <a:latin typeface="Arial" panose="020B0604020202020204"/>
                <a:ea typeface="Arial" panose="020B0604020202020204"/>
                <a:cs typeface="Arial" panose="020B0604020202020204"/>
                <a:sym typeface="Arial" panose="020B0604020202020204"/>
              </a:defRPr>
            </a:lvl5pPr>
            <a:lvl6pPr marR="0" lvl="5" algn="ctr" rtl="0">
              <a:spcBef>
                <a:spcPts val="0"/>
              </a:spcBef>
              <a:spcAft>
                <a:spcPts val="0"/>
              </a:spcAft>
              <a:buSzPts val="1400"/>
              <a:buNone/>
              <a:defRPr sz="44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R="0" lvl="6" algn="ctr" rtl="0">
              <a:spcBef>
                <a:spcPts val="0"/>
              </a:spcBef>
              <a:spcAft>
                <a:spcPts val="0"/>
              </a:spcAft>
              <a:buSzPts val="1400"/>
              <a:buNone/>
              <a:defRPr sz="44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R="0" lvl="7" algn="ctr" rtl="0">
              <a:spcBef>
                <a:spcPts val="0"/>
              </a:spcBef>
              <a:spcAft>
                <a:spcPts val="0"/>
              </a:spcAft>
              <a:buSzPts val="1400"/>
              <a:buNone/>
              <a:defRPr sz="44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R="0" lvl="8" algn="ctr" rtl="0">
              <a:spcBef>
                <a:spcPts val="0"/>
              </a:spcBef>
              <a:spcAft>
                <a:spcPts val="0"/>
              </a:spcAft>
              <a:buSzPts val="1400"/>
              <a:buNone/>
              <a:defRPr sz="44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p:txBody>
      </p:sp>
      <p:sp>
        <p:nvSpPr>
          <p:cNvPr id="54" name="Google Shape;54;p13"/>
          <p:cNvSpPr txBox="1"/>
          <p:nvPr>
            <p:ph type="body" idx="1"/>
          </p:nvPr>
        </p:nvSpPr>
        <p:spPr>
          <a:xfrm>
            <a:off x="457200" y="1600200"/>
            <a:ext cx="8229600" cy="4525962"/>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chemeClr val="dk1"/>
              </a:buClr>
              <a:buSzPts val="3200"/>
              <a:buFont typeface="Arial" panose="020B0604020202020204"/>
              <a:buChar char="•"/>
              <a:defRPr sz="32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406400" algn="l" rtl="0">
              <a:spcBef>
                <a:spcPts val="560"/>
              </a:spcBef>
              <a:spcAft>
                <a:spcPts val="0"/>
              </a:spcAft>
              <a:buClr>
                <a:schemeClr val="dk1"/>
              </a:buClr>
              <a:buSzPts val="2800"/>
              <a:buFont typeface="Arial" panose="020B0604020202020204"/>
              <a:buChar char="–"/>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81000" algn="l" rtl="0">
              <a:spcBef>
                <a:spcPts val="480"/>
              </a:spcBef>
              <a:spcAft>
                <a:spcPts val="0"/>
              </a:spcAft>
              <a:buClr>
                <a:schemeClr val="dk1"/>
              </a:buClr>
              <a:buSzPts val="2400"/>
              <a:buFont typeface="Arial" panose="020B0604020202020204"/>
              <a:buChar char="•"/>
              <a:defRPr sz="2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55" name="Google Shape;55;p13"/>
          <p:cNvSpPr txBox="1"/>
          <p:nvPr>
            <p:ph type="ftr" idx="11"/>
          </p:nvPr>
        </p:nvSpPr>
        <p:spPr>
          <a:xfrm>
            <a:off x="93662" y="6165850"/>
            <a:ext cx="8596312" cy="23495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a:solidFill>
                  <a:schemeClr val="dk1"/>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56" name="Google Shape;56;p13"/>
          <p:cNvSpPr txBox="1"/>
          <p:nvPr>
            <p:ph type="dt" idx="10"/>
          </p:nvPr>
        </p:nvSpPr>
        <p:spPr>
          <a:xfrm>
            <a:off x="6335712" y="112712"/>
            <a:ext cx="2133600" cy="182562"/>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a:solidFill>
                  <a:srgbClr val="000000"/>
                </a:solidFill>
                <a:latin typeface="Times"/>
                <a:ea typeface="Times"/>
                <a:cs typeface="Times"/>
                <a:sym typeface="Times"/>
              </a:defRPr>
            </a:lvl1pPr>
            <a:lvl2pPr marR="0" lvl="1" algn="l" rtl="0">
              <a:lnSpc>
                <a:spcPct val="100000"/>
              </a:lnSpc>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57" name="Google Shape;57;p13"/>
          <p:cNvSpPr txBox="1"/>
          <p:nvPr>
            <p:ph type="sldNum" idx="12"/>
          </p:nvPr>
        </p:nvSpPr>
        <p:spPr>
          <a:xfrm>
            <a:off x="8469312" y="112712"/>
            <a:ext cx="552450" cy="182562"/>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Times"/>
              <a:buNone/>
              <a:defRPr sz="1800" b="0" i="0" u="none">
                <a:solidFill>
                  <a:srgbClr val="000000"/>
                </a:solidFill>
                <a:latin typeface="Times"/>
                <a:ea typeface="Times"/>
                <a:cs typeface="Times"/>
                <a:sym typeface="Times"/>
              </a:defRPr>
            </a:lvl1pPr>
            <a:lvl2pPr marL="0" marR="0" lvl="1" indent="0" algn="l" rtl="0">
              <a:lnSpc>
                <a:spcPct val="100000"/>
              </a:lnSpc>
              <a:spcBef>
                <a:spcPts val="0"/>
              </a:spcBef>
              <a:spcAft>
                <a:spcPts val="0"/>
              </a:spcAft>
              <a:buClr>
                <a:srgbClr val="000000"/>
              </a:buClr>
              <a:buSzPts val="1800"/>
              <a:buFont typeface="Times"/>
              <a:buNone/>
              <a:defRPr sz="1800" b="0" i="0" u="none">
                <a:solidFill>
                  <a:srgbClr val="000000"/>
                </a:solidFill>
                <a:latin typeface="Times"/>
                <a:ea typeface="Times"/>
                <a:cs typeface="Times"/>
                <a:sym typeface="Times"/>
              </a:defRPr>
            </a:lvl2pPr>
            <a:lvl3pPr marL="0" marR="0" lvl="2" indent="0" algn="l" rtl="0">
              <a:lnSpc>
                <a:spcPct val="100000"/>
              </a:lnSpc>
              <a:spcBef>
                <a:spcPts val="0"/>
              </a:spcBef>
              <a:spcAft>
                <a:spcPts val="0"/>
              </a:spcAft>
              <a:buClr>
                <a:srgbClr val="000000"/>
              </a:buClr>
              <a:buSzPts val="1800"/>
              <a:buFont typeface="Times"/>
              <a:buNone/>
              <a:defRPr sz="1800" b="0" i="0" u="none">
                <a:solidFill>
                  <a:srgbClr val="000000"/>
                </a:solidFill>
                <a:latin typeface="Times"/>
                <a:ea typeface="Times"/>
                <a:cs typeface="Times"/>
                <a:sym typeface="Times"/>
              </a:defRPr>
            </a:lvl3pPr>
            <a:lvl4pPr marL="0" marR="0" lvl="3" indent="0" algn="l" rtl="0">
              <a:lnSpc>
                <a:spcPct val="100000"/>
              </a:lnSpc>
              <a:spcBef>
                <a:spcPts val="0"/>
              </a:spcBef>
              <a:spcAft>
                <a:spcPts val="0"/>
              </a:spcAft>
              <a:buClr>
                <a:srgbClr val="000000"/>
              </a:buClr>
              <a:buSzPts val="1800"/>
              <a:buFont typeface="Times"/>
              <a:buNone/>
              <a:defRPr sz="1800" b="0" i="0" u="none">
                <a:solidFill>
                  <a:srgbClr val="000000"/>
                </a:solidFill>
                <a:latin typeface="Times"/>
                <a:ea typeface="Times"/>
                <a:cs typeface="Times"/>
                <a:sym typeface="Times"/>
              </a:defRPr>
            </a:lvl4pPr>
            <a:lvl5pPr marL="0" marR="0" lvl="4" indent="0" algn="l" rtl="0">
              <a:lnSpc>
                <a:spcPct val="100000"/>
              </a:lnSpc>
              <a:spcBef>
                <a:spcPts val="0"/>
              </a:spcBef>
              <a:spcAft>
                <a:spcPts val="0"/>
              </a:spcAft>
              <a:buClr>
                <a:srgbClr val="000000"/>
              </a:buClr>
              <a:buSzPts val="1800"/>
              <a:buFont typeface="Times"/>
              <a:buNone/>
              <a:defRPr sz="1800" b="0" i="0" u="none">
                <a:solidFill>
                  <a:srgbClr val="000000"/>
                </a:solidFill>
                <a:latin typeface="Times"/>
                <a:ea typeface="Times"/>
                <a:cs typeface="Times"/>
                <a:sym typeface="Times"/>
              </a:defRPr>
            </a:lvl5pPr>
            <a:lvl6pPr marL="0" marR="0" lvl="5" indent="0" algn="l" rtl="0">
              <a:lnSpc>
                <a:spcPct val="100000"/>
              </a:lnSpc>
              <a:spcBef>
                <a:spcPts val="0"/>
              </a:spcBef>
              <a:spcAft>
                <a:spcPts val="0"/>
              </a:spcAft>
              <a:buClr>
                <a:srgbClr val="000000"/>
              </a:buClr>
              <a:buSzPts val="1800"/>
              <a:buFont typeface="Times"/>
              <a:buNone/>
              <a:defRPr sz="1800" b="0" i="0" u="none">
                <a:solidFill>
                  <a:srgbClr val="000000"/>
                </a:solidFill>
                <a:latin typeface="Times"/>
                <a:ea typeface="Times"/>
                <a:cs typeface="Times"/>
                <a:sym typeface="Times"/>
              </a:defRPr>
            </a:lvl6pPr>
            <a:lvl7pPr marL="0" marR="0" lvl="6" indent="0" algn="l" rtl="0">
              <a:lnSpc>
                <a:spcPct val="100000"/>
              </a:lnSpc>
              <a:spcBef>
                <a:spcPts val="0"/>
              </a:spcBef>
              <a:spcAft>
                <a:spcPts val="0"/>
              </a:spcAft>
              <a:buClr>
                <a:srgbClr val="000000"/>
              </a:buClr>
              <a:buSzPts val="1800"/>
              <a:buFont typeface="Times"/>
              <a:buNone/>
              <a:defRPr sz="1800" b="0" i="0" u="none">
                <a:solidFill>
                  <a:srgbClr val="000000"/>
                </a:solidFill>
                <a:latin typeface="Times"/>
                <a:ea typeface="Times"/>
                <a:cs typeface="Times"/>
                <a:sym typeface="Times"/>
              </a:defRPr>
            </a:lvl7pPr>
            <a:lvl8pPr marL="0" marR="0" lvl="7" indent="0" algn="l" rtl="0">
              <a:lnSpc>
                <a:spcPct val="100000"/>
              </a:lnSpc>
              <a:spcBef>
                <a:spcPts val="0"/>
              </a:spcBef>
              <a:spcAft>
                <a:spcPts val="0"/>
              </a:spcAft>
              <a:buClr>
                <a:srgbClr val="000000"/>
              </a:buClr>
              <a:buSzPts val="1800"/>
              <a:buFont typeface="Times"/>
              <a:buNone/>
              <a:defRPr sz="1800" b="0" i="0" u="none">
                <a:solidFill>
                  <a:srgbClr val="000000"/>
                </a:solidFill>
                <a:latin typeface="Times"/>
                <a:ea typeface="Times"/>
                <a:cs typeface="Times"/>
                <a:sym typeface="Times"/>
              </a:defRPr>
            </a:lvl8pPr>
            <a:lvl9pPr marL="0" marR="0" lvl="8" indent="0" algn="l" rtl="0">
              <a:lnSpc>
                <a:spcPct val="100000"/>
              </a:lnSpc>
              <a:spcBef>
                <a:spcPts val="0"/>
              </a:spcBef>
              <a:spcAft>
                <a:spcPts val="0"/>
              </a:spcAft>
              <a:buClr>
                <a:srgbClr val="000000"/>
              </a:buClr>
              <a:buSzPts val="1800"/>
              <a:buFont typeface="Times"/>
              <a:buNone/>
              <a:defRPr sz="1800" b="0" i="0" u="none">
                <a:solidFill>
                  <a:srgbClr val="000000"/>
                </a:solidFill>
                <a:latin typeface="Times"/>
                <a:ea typeface="Times"/>
                <a:cs typeface="Times"/>
                <a:sym typeface="Times"/>
              </a:defRPr>
            </a:lvl9pPr>
          </a:lstStyle>
          <a:p>
            <a:pPr marL="0" lvl="0" indent="0" algn="l" rtl="0">
              <a:spcBef>
                <a:spcPts val="0"/>
              </a:spcBef>
              <a:spcAft>
                <a:spcPts val="0"/>
              </a:spcAft>
              <a:buNone/>
            </a:pPr>
            <a:fld id="{00000000-1234-1234-1234-123412341234}" type="slidenum">
              <a:rPr lang="en-US"/>
            </a:fld>
            <a:endParaRPr sz="1400">
              <a:latin typeface="Arial" panose="020B0604020202020204"/>
              <a:ea typeface="Arial" panose="020B0604020202020204"/>
              <a:cs typeface="Arial" panose="020B0604020202020204"/>
              <a:sym typeface="Arial" panose="020B0604020202020204"/>
            </a:endParaRPr>
          </a:p>
        </p:txBody>
      </p:sp>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1.xml"/><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image" Target="../media/image2.jpeg"/></Relationships>
</file>

<file path=ppt/slides/_rels/slide2.xml.rels><?xml version="1.0" encoding="UTF-8" standalone="yes"?>
<Relationships xmlns="http://schemas.openxmlformats.org/package/2006/relationships"><Relationship Id="rId7" Type="http://schemas.openxmlformats.org/officeDocument/2006/relationships/notesSlide" Target="../notesSlides/notesSlide2.xml"/><Relationship Id="rId6" Type="http://schemas.openxmlformats.org/officeDocument/2006/relationships/slideLayout" Target="../slideLayouts/slideLayout1.xml"/><Relationship Id="rId5" Type="http://schemas.openxmlformats.org/officeDocument/2006/relationships/image" Target="../media/image8.jpeg"/><Relationship Id="rId4" Type="http://schemas.openxmlformats.org/officeDocument/2006/relationships/image" Target="../media/image7.png"/><Relationship Id="rId3" Type="http://schemas.openxmlformats.org/officeDocument/2006/relationships/image" Target="../media/image6.png"/><Relationship Id="rId2" Type="http://schemas.openxmlformats.org/officeDocument/2006/relationships/image" Target="../media/image3.jpeg"/><Relationship Id="rId1" Type="http://schemas.openxmlformats.org/officeDocument/2006/relationships/image" Target="../media/image5.png"/></Relationships>
</file>

<file path=ppt/slides/_rels/slide3.xml.rels><?xml version="1.0" encoding="UTF-8" standalone="yes"?>
<Relationships xmlns="http://schemas.openxmlformats.org/package/2006/relationships"><Relationship Id="rId6" Type="http://schemas.openxmlformats.org/officeDocument/2006/relationships/notesSlide" Target="../notesSlides/notesSlide3.xml"/><Relationship Id="rId5" Type="http://schemas.openxmlformats.org/officeDocument/2006/relationships/slideLayout" Target="../slideLayouts/slideLayout1.xml"/><Relationship Id="rId4" Type="http://schemas.openxmlformats.org/officeDocument/2006/relationships/image" Target="../media/image7.png"/><Relationship Id="rId3" Type="http://schemas.openxmlformats.org/officeDocument/2006/relationships/image" Target="../media/image6.png"/><Relationship Id="rId2" Type="http://schemas.openxmlformats.org/officeDocument/2006/relationships/image" Target="../media/image3.jpeg"/><Relationship Id="rId1" Type="http://schemas.openxmlformats.org/officeDocument/2006/relationships/image" Target="../media/image9.png"/></Relationships>
</file>

<file path=ppt/slides/_rels/slide4.xml.rels><?xml version="1.0" encoding="UTF-8" standalone="yes"?>
<Relationships xmlns="http://schemas.openxmlformats.org/package/2006/relationships"><Relationship Id="rId6" Type="http://schemas.openxmlformats.org/officeDocument/2006/relationships/notesSlide" Target="../notesSlides/notesSlide4.xml"/><Relationship Id="rId5" Type="http://schemas.openxmlformats.org/officeDocument/2006/relationships/slideLayout" Target="../slideLayouts/slideLayout1.xml"/><Relationship Id="rId4" Type="http://schemas.openxmlformats.org/officeDocument/2006/relationships/image" Target="../media/image7.png"/><Relationship Id="rId3" Type="http://schemas.openxmlformats.org/officeDocument/2006/relationships/image" Target="../media/image6.png"/><Relationship Id="rId2" Type="http://schemas.openxmlformats.org/officeDocument/2006/relationships/image" Target="../media/image3.jpeg"/><Relationship Id="rId1" Type="http://schemas.openxmlformats.org/officeDocument/2006/relationships/image" Target="../media/image10.png"/></Relationships>
</file>

<file path=ppt/slides/_rels/slide5.xml.rels><?xml version="1.0" encoding="UTF-8" standalone="yes"?>
<Relationships xmlns="http://schemas.openxmlformats.org/package/2006/relationships"><Relationship Id="rId6" Type="http://schemas.openxmlformats.org/officeDocument/2006/relationships/notesSlide" Target="../notesSlides/notesSlide5.xml"/><Relationship Id="rId5" Type="http://schemas.openxmlformats.org/officeDocument/2006/relationships/slideLayout" Target="../slideLayouts/slideLayout1.xml"/><Relationship Id="rId4" Type="http://schemas.openxmlformats.org/officeDocument/2006/relationships/image" Target="../media/image7.png"/><Relationship Id="rId3" Type="http://schemas.openxmlformats.org/officeDocument/2006/relationships/image" Target="../media/image6.png"/><Relationship Id="rId2" Type="http://schemas.openxmlformats.org/officeDocument/2006/relationships/image" Target="../media/image3.jpeg"/><Relationship Id="rId1" Type="http://schemas.openxmlformats.org/officeDocument/2006/relationships/image" Target="../media/image11.png"/></Relationships>
</file>

<file path=ppt/slides/_rels/slide6.xml.rels><?xml version="1.0" encoding="UTF-8" standalone="yes"?>
<Relationships xmlns="http://schemas.openxmlformats.org/package/2006/relationships"><Relationship Id="rId6" Type="http://schemas.openxmlformats.org/officeDocument/2006/relationships/notesSlide" Target="../notesSlides/notesSlide6.xml"/><Relationship Id="rId5" Type="http://schemas.openxmlformats.org/officeDocument/2006/relationships/slideLayout" Target="../slideLayouts/slideLayout2.xml"/><Relationship Id="rId4" Type="http://schemas.openxmlformats.org/officeDocument/2006/relationships/image" Target="../media/image7.png"/><Relationship Id="rId3" Type="http://schemas.openxmlformats.org/officeDocument/2006/relationships/image" Target="../media/image6.png"/><Relationship Id="rId2" Type="http://schemas.openxmlformats.org/officeDocument/2006/relationships/image" Target="../media/image3.jpeg"/><Relationship Id="rId1" Type="http://schemas.openxmlformats.org/officeDocument/2006/relationships/image" Target="../media/image12.png"/></Relationships>
</file>

<file path=ppt/slides/_rels/slide7.xml.rels><?xml version="1.0" encoding="UTF-8" standalone="yes"?>
<Relationships xmlns="http://schemas.openxmlformats.org/package/2006/relationships"><Relationship Id="rId6" Type="http://schemas.openxmlformats.org/officeDocument/2006/relationships/notesSlide" Target="../notesSlides/notesSlide7.xml"/><Relationship Id="rId5" Type="http://schemas.openxmlformats.org/officeDocument/2006/relationships/slideLayout" Target="../slideLayouts/slideLayout2.xml"/><Relationship Id="rId4" Type="http://schemas.openxmlformats.org/officeDocument/2006/relationships/image" Target="../media/image7.png"/><Relationship Id="rId3" Type="http://schemas.openxmlformats.org/officeDocument/2006/relationships/image" Target="../media/image6.png"/><Relationship Id="rId2" Type="http://schemas.openxmlformats.org/officeDocument/2006/relationships/image" Target="../media/image3.jpeg"/><Relationship Id="rId1" Type="http://schemas.openxmlformats.org/officeDocument/2006/relationships/image" Target="../media/image13.png"/></Relationships>
</file>

<file path=ppt/slides/_rels/slide8.xml.rels><?xml version="1.0" encoding="UTF-8" standalone="yes"?>
<Relationships xmlns="http://schemas.openxmlformats.org/package/2006/relationships"><Relationship Id="rId6" Type="http://schemas.openxmlformats.org/officeDocument/2006/relationships/notesSlide" Target="../notesSlides/notesSlide8.xml"/><Relationship Id="rId5" Type="http://schemas.openxmlformats.org/officeDocument/2006/relationships/slideLayout" Target="../slideLayouts/slideLayout2.xml"/><Relationship Id="rId4" Type="http://schemas.openxmlformats.org/officeDocument/2006/relationships/image" Target="../media/image7.png"/><Relationship Id="rId3" Type="http://schemas.openxmlformats.org/officeDocument/2006/relationships/image" Target="../media/image6.png"/><Relationship Id="rId2" Type="http://schemas.openxmlformats.org/officeDocument/2006/relationships/image" Target="../media/image3.jpeg"/><Relationship Id="rId1" Type="http://schemas.openxmlformats.org/officeDocument/2006/relationships/image" Target="../media/image14.png"/></Relationships>
</file>

<file path=ppt/slides/_rels/slide9.xml.rels><?xml version="1.0" encoding="UTF-8" standalone="yes"?>
<Relationships xmlns="http://schemas.openxmlformats.org/package/2006/relationships"><Relationship Id="rId8" Type="http://schemas.openxmlformats.org/officeDocument/2006/relationships/notesSlide" Target="../notesSlides/notesSlide9.xml"/><Relationship Id="rId7"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3.jpeg"/><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image" Target="../media/image15.jpeg"/></Relationships>
</file>

<file path=ppt/slides/_rels/slide10.xml.rels><?xml version="1.0" encoding="UTF-8" standalone="yes"?>
<Relationships xmlns="http://schemas.openxmlformats.org/package/2006/relationships"><Relationship Id="rId7" Type="http://schemas.openxmlformats.org/officeDocument/2006/relationships/notesSlide" Target="../notesSlides/notesSlide10.xml"/><Relationship Id="rId6"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7.png"/><Relationship Id="rId3" Type="http://schemas.openxmlformats.org/officeDocument/2006/relationships/image" Target="../media/image6.png"/><Relationship Id="rId2" Type="http://schemas.openxmlformats.org/officeDocument/2006/relationships/image" Target="../media/image3.jpeg"/><Relationship Id="rId1" Type="http://schemas.openxmlformats.org/officeDocument/2006/relationships/image" Target="../media/image18.png"/></Relationships>
</file>

<file path=ppt/slides/_rels/slide11.xml.rels><?xml version="1.0" encoding="UTF-8" standalone="yes"?>
<Relationships xmlns="http://schemas.openxmlformats.org/package/2006/relationships"><Relationship Id="rId7" Type="http://schemas.openxmlformats.org/officeDocument/2006/relationships/notesSlide" Target="../notesSlides/notesSlide11.xml"/><Relationship Id="rId6"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 Id="rId3" Type="http://schemas.openxmlformats.org/officeDocument/2006/relationships/image" Target="../media/image3.jpeg"/><Relationship Id="rId2" Type="http://schemas.openxmlformats.org/officeDocument/2006/relationships/image" Target="../media/image21.png"/><Relationship Id="rId1" Type="http://schemas.openxmlformats.org/officeDocument/2006/relationships/image" Target="../media/image20.png"/></Relationships>
</file>

<file path=ppt/slides/_rels/slide12.xml.rels><?xml version="1.0" encoding="UTF-8" standalone="yes"?>
<Relationships xmlns="http://schemas.openxmlformats.org/package/2006/relationships"><Relationship Id="rId5" Type="http://schemas.openxmlformats.org/officeDocument/2006/relationships/notesSlide" Target="../notesSlides/notesSlide12.xml"/><Relationship Id="rId4" Type="http://schemas.openxmlformats.org/officeDocument/2006/relationships/slideLayout" Target="../slideLayouts/slideLayout2.xml"/><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3.jpeg"/></Relationships>
</file>

<file path=ppt/slides/_rels/slide13.xml.rels><?xml version="1.0" encoding="UTF-8" standalone="yes"?>
<Relationships xmlns="http://schemas.openxmlformats.org/package/2006/relationships"><Relationship Id="rId7" Type="http://schemas.openxmlformats.org/officeDocument/2006/relationships/notesSlide" Target="../notesSlides/notesSlide13.xml"/><Relationship Id="rId6"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 Id="rId3" Type="http://schemas.openxmlformats.org/officeDocument/2006/relationships/image" Target="../media/image3.jpeg"/><Relationship Id="rId2" Type="http://schemas.openxmlformats.org/officeDocument/2006/relationships/image" Target="../media/image23.png"/><Relationship Id="rId1" Type="http://schemas.openxmlformats.org/officeDocument/2006/relationships/image" Target="../media/image22.png"/></Relationships>
</file>

<file path=ppt/slides/_rels/slide14.xml.rels><?xml version="1.0" encoding="UTF-8" standalone="yes"?>
<Relationships xmlns="http://schemas.openxmlformats.org/package/2006/relationships"><Relationship Id="rId5" Type="http://schemas.openxmlformats.org/officeDocument/2006/relationships/notesSlide" Target="../notesSlides/notesSlide14.xml"/><Relationship Id="rId4" Type="http://schemas.openxmlformats.org/officeDocument/2006/relationships/slideLayout" Target="../slideLayouts/slideLayout1.xml"/><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3.jpeg"/></Relationships>
</file>

<file path=ppt/slides/_rels/slide15.xml.rels><?xml version="1.0" encoding="UTF-8" standalone="yes"?>
<Relationships xmlns="http://schemas.openxmlformats.org/package/2006/relationships"><Relationship Id="rId6" Type="http://schemas.openxmlformats.org/officeDocument/2006/relationships/notesSlide" Target="../notesSlides/notesSlide15.xml"/><Relationship Id="rId5" Type="http://schemas.openxmlformats.org/officeDocument/2006/relationships/slideLayout" Target="../slideLayouts/slideLayout1.xml"/><Relationship Id="rId4" Type="http://schemas.openxmlformats.org/officeDocument/2006/relationships/image" Target="../media/image24.jpeg"/><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3.jpeg"/></Relationships>
</file>

<file path=ppt/slides/_rels/slide16.xml.rels><?xml version="1.0" encoding="UTF-8" standalone="yes"?>
<Relationships xmlns="http://schemas.openxmlformats.org/package/2006/relationships"><Relationship Id="rId5" Type="http://schemas.openxmlformats.org/officeDocument/2006/relationships/notesSlide" Target="../notesSlides/notesSlide16.xml"/><Relationship Id="rId4" Type="http://schemas.openxmlformats.org/officeDocument/2006/relationships/slideLayout" Target="../slideLayouts/slideLayout1.xml"/><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3.jpeg"/></Relationships>
</file>

<file path=ppt/slides/_rels/slide17.xml.rels><?xml version="1.0" encoding="UTF-8" standalone="yes"?>
<Relationships xmlns="http://schemas.openxmlformats.org/package/2006/relationships"><Relationship Id="rId6" Type="http://schemas.openxmlformats.org/officeDocument/2006/relationships/notesSlide" Target="../notesSlides/notesSlide17.xml"/><Relationship Id="rId5" Type="http://schemas.openxmlformats.org/officeDocument/2006/relationships/slideLayout" Target="../slideLayouts/slideLayout1.xml"/><Relationship Id="rId4" Type="http://schemas.openxmlformats.org/officeDocument/2006/relationships/image" Target="../media/image7.png"/><Relationship Id="rId3" Type="http://schemas.openxmlformats.org/officeDocument/2006/relationships/image" Target="../media/image6.png"/><Relationship Id="rId2" Type="http://schemas.openxmlformats.org/officeDocument/2006/relationships/image" Target="../media/image3.jpeg"/><Relationship Id="rId1" Type="http://schemas.openxmlformats.org/officeDocument/2006/relationships/image" Target="../media/image25.jpeg"/></Relationships>
</file>

<file path=ppt/slides/_rels/slide18.xml.rels><?xml version="1.0" encoding="UTF-8" standalone="yes"?>
<Relationships xmlns="http://schemas.openxmlformats.org/package/2006/relationships"><Relationship Id="rId6" Type="http://schemas.openxmlformats.org/officeDocument/2006/relationships/notesSlide" Target="../notesSlides/notesSlide18.xml"/><Relationship Id="rId5" Type="http://schemas.openxmlformats.org/officeDocument/2006/relationships/slideLayout" Target="../slideLayouts/slideLayout2.xml"/><Relationship Id="rId4" Type="http://schemas.openxmlformats.org/officeDocument/2006/relationships/image" Target="../media/image7.png"/><Relationship Id="rId3" Type="http://schemas.openxmlformats.org/officeDocument/2006/relationships/image" Target="../media/image6.png"/><Relationship Id="rId2" Type="http://schemas.openxmlformats.org/officeDocument/2006/relationships/image" Target="../media/image3.jpeg"/><Relationship Id="rId1" Type="http://schemas.openxmlformats.org/officeDocument/2006/relationships/image" Target="../media/image26.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70" name="Shape 70"/>
        <p:cNvGrpSpPr/>
        <p:nvPr/>
      </p:nvGrpSpPr>
      <p:grpSpPr>
        <a:xfrm>
          <a:off x="0" y="0"/>
          <a:ext cx="0" cy="0"/>
          <a:chOff x="0" y="0"/>
          <a:chExt cx="0" cy="0"/>
        </a:xfrm>
      </p:grpSpPr>
      <p:sp>
        <p:nvSpPr>
          <p:cNvPr id="71" name="Google Shape;71;p15"/>
          <p:cNvSpPr txBox="1"/>
          <p:nvPr/>
        </p:nvSpPr>
        <p:spPr>
          <a:xfrm>
            <a:off x="293687" y="196850"/>
            <a:ext cx="8362950" cy="1222375"/>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7FA3"/>
              </a:buClr>
              <a:buSzPts val="3400"/>
              <a:buFont typeface="Arial" panose="020B0604020202020204"/>
              <a:buNone/>
            </a:pPr>
            <a:r>
              <a:rPr lang="en-GB" altLang="en-US" sz="3400" b="1" i="0" u="none" strike="noStrike" cap="none">
                <a:solidFill>
                  <a:srgbClr val="007FA3"/>
                </a:solidFill>
                <a:latin typeface="Arial" panose="020B0604020202020204"/>
                <a:ea typeface="Arial" panose="020B0604020202020204"/>
                <a:cs typeface="Arial" panose="020B0604020202020204"/>
                <a:sym typeface="Arial" panose="020B0604020202020204"/>
              </a:rPr>
              <a:t>Week-1 </a:t>
            </a:r>
            <a:endParaRPr lang="en-GB" altLang="en-US" sz="3400" b="1" i="0" u="none" strike="noStrike" cap="none">
              <a:solidFill>
                <a:srgbClr val="007FA3"/>
              </a:solidFill>
              <a:latin typeface="Arial" panose="020B0604020202020204"/>
              <a:ea typeface="Arial" panose="020B0604020202020204"/>
              <a:cs typeface="Arial" panose="020B0604020202020204"/>
              <a:sym typeface="Arial" panose="020B0604020202020204"/>
            </a:endParaRPr>
          </a:p>
          <a:p>
            <a:pPr marL="0" marR="0" lvl="0" indent="0" algn="ctr" rtl="0">
              <a:lnSpc>
                <a:spcPct val="100000"/>
              </a:lnSpc>
              <a:spcBef>
                <a:spcPts val="0"/>
              </a:spcBef>
              <a:spcAft>
                <a:spcPts val="0"/>
              </a:spcAft>
              <a:buClr>
                <a:srgbClr val="007FA3"/>
              </a:buClr>
              <a:buSzPts val="3400"/>
              <a:buFont typeface="Arial" panose="020B0604020202020204"/>
              <a:buNone/>
            </a:pPr>
            <a:r>
              <a:rPr lang="en-GB" altLang="en-US" sz="3400" b="1" i="0" u="none" strike="noStrike" cap="none">
                <a:solidFill>
                  <a:srgbClr val="007FA3"/>
                </a:solidFill>
                <a:latin typeface="Arial" panose="020B0604020202020204"/>
                <a:ea typeface="Arial" panose="020B0604020202020204"/>
                <a:cs typeface="Arial" panose="020B0604020202020204"/>
                <a:sym typeface="Arial" panose="020B0604020202020204"/>
              </a:rPr>
              <a:t>Session-2</a:t>
            </a:r>
            <a:endParaRPr lang="en-GB" altLang="en-US" sz="3400" b="1" i="0" u="none" strike="noStrike" cap="none">
              <a:solidFill>
                <a:srgbClr val="007FA3"/>
              </a:solidFill>
              <a:latin typeface="Arial" panose="020B0604020202020204"/>
              <a:ea typeface="Arial" panose="020B0604020202020204"/>
              <a:cs typeface="Arial" panose="020B0604020202020204"/>
              <a:sym typeface="Arial" panose="020B0604020202020204"/>
            </a:endParaRPr>
          </a:p>
        </p:txBody>
      </p:sp>
      <p:sp>
        <p:nvSpPr>
          <p:cNvPr id="72" name="Google Shape;72;p15"/>
          <p:cNvSpPr txBox="1"/>
          <p:nvPr>
            <p:ph type="body" idx="4294967295"/>
          </p:nvPr>
        </p:nvSpPr>
        <p:spPr>
          <a:xfrm>
            <a:off x="1116012" y="3362325"/>
            <a:ext cx="7272337" cy="2028825"/>
          </a:xfrm>
          <a:prstGeom prst="rect">
            <a:avLst/>
          </a:prstGeom>
          <a:noFill/>
          <a:ln>
            <a:noFill/>
          </a:ln>
        </p:spPr>
        <p:txBody>
          <a:bodyPr spcFirstLastPara="1" wrap="square" lIns="91425" tIns="45700" rIns="91425" bIns="45700" anchor="t" anchorCtr="0">
            <a:spAutoFit/>
          </a:bodyPr>
          <a:lstStyle/>
          <a:p>
            <a:pPr marL="342900" marR="0" lvl="0" indent="-342900" algn="l" rtl="0">
              <a:lnSpc>
                <a:spcPct val="100000"/>
              </a:lnSpc>
              <a:spcBef>
                <a:spcPts val="0"/>
              </a:spcBef>
              <a:spcAft>
                <a:spcPts val="0"/>
              </a:spcAft>
              <a:buClr>
                <a:schemeClr val="dk1"/>
              </a:buClr>
              <a:buSzPts val="3000"/>
              <a:buFont typeface="Arial" panose="020B0604020202020204"/>
              <a:buNone/>
            </a:pPr>
            <a:endParaRPr sz="30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342900" marR="0" lvl="0" indent="-342900" algn="l" rtl="0">
              <a:lnSpc>
                <a:spcPct val="100000"/>
              </a:lnSpc>
              <a:spcBef>
                <a:spcPts val="1200"/>
              </a:spcBef>
              <a:spcAft>
                <a:spcPts val="0"/>
              </a:spcAft>
              <a:buClr>
                <a:schemeClr val="dk1"/>
              </a:buClr>
              <a:buSzPts val="2200"/>
              <a:buFont typeface="Arial" panose="020B0604020202020204"/>
              <a:buNone/>
            </a:pPr>
            <a:r>
              <a:rPr lang="en-US" sz="2200" b="1">
                <a:solidFill>
                  <a:srgbClr val="007FA3"/>
                </a:solidFill>
                <a:sym typeface="Arial" panose="020B0604020202020204"/>
              </a:rPr>
              <a:t>The Business Environment</a:t>
            </a:r>
            <a:endParaRPr lang="en-US" sz="2200" b="1" i="0" u="none" strike="noStrike" cap="none">
              <a:solidFill>
                <a:srgbClr val="007FA3"/>
              </a:solidFill>
              <a:latin typeface="Arial" panose="020B0604020202020204"/>
              <a:ea typeface="Arial" panose="020B0604020202020204"/>
              <a:cs typeface="Arial" panose="020B0604020202020204"/>
              <a:sym typeface="Arial" panose="020B0604020202020204"/>
            </a:endParaRPr>
          </a:p>
          <a:p>
            <a:pPr marL="342900" marR="0" lvl="0" indent="-342900" algn="l" rtl="0">
              <a:lnSpc>
                <a:spcPct val="100000"/>
              </a:lnSpc>
              <a:spcBef>
                <a:spcPts val="1200"/>
              </a:spcBef>
              <a:spcAft>
                <a:spcPts val="0"/>
              </a:spcAft>
              <a:buClr>
                <a:schemeClr val="dk1"/>
              </a:buClr>
              <a:buSzPts val="2200"/>
              <a:buFont typeface="Arial" panose="020B0604020202020204"/>
              <a:buNone/>
            </a:pPr>
            <a:endParaRPr lang="en-US" sz="22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342900" marR="0" lvl="0" indent="-342900" algn="l" rtl="0">
              <a:lnSpc>
                <a:spcPct val="100000"/>
              </a:lnSpc>
              <a:spcBef>
                <a:spcPts val="1200"/>
              </a:spcBef>
              <a:spcAft>
                <a:spcPts val="0"/>
              </a:spcAft>
              <a:buClr>
                <a:schemeClr val="dk1"/>
              </a:buClr>
              <a:buSzPts val="2200"/>
              <a:buFont typeface="Arial" panose="020B0604020202020204"/>
              <a:buNone/>
            </a:pPr>
            <a:r>
              <a:rPr lang="en-US" sz="2200" b="0" i="0" u="none" strike="noStrike" cap="none">
                <a:solidFill>
                  <a:schemeClr val="dk1"/>
                </a:solidFill>
                <a:latin typeface="Arial" panose="020B0604020202020204"/>
                <a:ea typeface="Arial" panose="020B0604020202020204"/>
                <a:cs typeface="Arial" panose="020B0604020202020204"/>
                <a:sym typeface="Arial" panose="020B0604020202020204"/>
              </a:rPr>
              <a:t>Business organizations: The external environment</a:t>
            </a:r>
            <a:endParaRPr lang="en-US" sz="22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pic>
        <p:nvPicPr>
          <p:cNvPr id="73" name="Google Shape;73;p15" descr="External &amp; Internal Business Environment"/>
          <p:cNvPicPr preferRelativeResize="0"/>
          <p:nvPr/>
        </p:nvPicPr>
        <p:blipFill rotWithShape="1">
          <a:blip r:embed="rId1"/>
          <a:srcRect/>
          <a:stretch>
            <a:fillRect/>
          </a:stretch>
        </p:blipFill>
        <p:spPr>
          <a:xfrm>
            <a:off x="2551112" y="1514792"/>
            <a:ext cx="4041775" cy="1847850"/>
          </a:xfrm>
          <a:prstGeom prst="rect">
            <a:avLst/>
          </a:prstGeom>
          <a:noFill/>
          <a:ln>
            <a:noFill/>
          </a:ln>
        </p:spPr>
      </p:pic>
      <p:pic>
        <p:nvPicPr>
          <p:cNvPr id="74" name="Google Shape;74;p15"/>
          <p:cNvPicPr preferRelativeResize="0"/>
          <p:nvPr/>
        </p:nvPicPr>
        <p:blipFill rotWithShape="1">
          <a:blip r:embed="rId2"/>
          <a:srcRect/>
          <a:stretch>
            <a:fillRect/>
          </a:stretch>
        </p:blipFill>
        <p:spPr>
          <a:xfrm>
            <a:off x="6350" y="5949950"/>
            <a:ext cx="9144000" cy="885825"/>
          </a:xfrm>
          <a:prstGeom prst="rect">
            <a:avLst/>
          </a:prstGeom>
          <a:noFill/>
          <a:ln>
            <a:noFill/>
          </a:ln>
        </p:spPr>
      </p:pic>
      <p:pic>
        <p:nvPicPr>
          <p:cNvPr id="77" name="Google Shape;77;p15"/>
          <p:cNvPicPr preferRelativeResize="0"/>
          <p:nvPr/>
        </p:nvPicPr>
        <p:blipFill rotWithShape="1">
          <a:blip r:embed="rId3"/>
          <a:srcRect/>
          <a:stretch>
            <a:fillRect/>
          </a:stretch>
        </p:blipFill>
        <p:spPr>
          <a:xfrm>
            <a:off x="8318500" y="6032500"/>
            <a:ext cx="609600" cy="609600"/>
          </a:xfrm>
          <a:prstGeom prst="rect">
            <a:avLst/>
          </a:prstGeom>
          <a:noFill/>
          <a:ln>
            <a:noFill/>
          </a:ln>
        </p:spPr>
      </p:pic>
      <p:sp>
        <p:nvSpPr>
          <p:cNvPr id="78" name="Google Shape;78;p15"/>
          <p:cNvSpPr txBox="1"/>
          <p:nvPr/>
        </p:nvSpPr>
        <p:spPr>
          <a:xfrm>
            <a:off x="2444750" y="5453062"/>
            <a:ext cx="4254500" cy="431800"/>
          </a:xfrm>
          <a:prstGeom prst="rect">
            <a:avLst/>
          </a:prstGeom>
          <a:solidFill>
            <a:schemeClr val="lt1"/>
          </a:solidFill>
          <a:ln w="25400" cap="flat" cmpd="sng">
            <a:solidFill>
              <a:srgbClr val="2D2D8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rPr>
              <a:t>Course Instructor: </a:t>
            </a:r>
            <a:r>
              <a:rPr lang="en-GB" altLang="en-US" sz="1800" b="0" i="0" u="none" strike="noStrike" cap="none">
                <a:solidFill>
                  <a:srgbClr val="000000"/>
                </a:solidFill>
                <a:latin typeface="Arial" panose="020B0604020202020204"/>
                <a:ea typeface="Arial" panose="020B0604020202020204"/>
                <a:cs typeface="Arial" panose="020B0604020202020204"/>
                <a:sym typeface="Arial" panose="020B0604020202020204"/>
              </a:rPr>
              <a:t>Dr. Zoeb Ur Rahman</a:t>
            </a:r>
            <a:endParaRPr lang="en-GB" altLang="en-US"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83" name="Shape 83"/>
        <p:cNvGrpSpPr/>
        <p:nvPr/>
      </p:nvGrpSpPr>
      <p:grpSpPr>
        <a:xfrm>
          <a:off x="0" y="0"/>
          <a:ext cx="0" cy="0"/>
          <a:chOff x="0" y="0"/>
          <a:chExt cx="0" cy="0"/>
        </a:xfrm>
      </p:grpSpPr>
      <p:sp>
        <p:nvSpPr>
          <p:cNvPr id="84" name="Google Shape;84;p16"/>
          <p:cNvSpPr txBox="1"/>
          <p:nvPr/>
        </p:nvSpPr>
        <p:spPr>
          <a:xfrm>
            <a:off x="858837" y="438150"/>
            <a:ext cx="7426325" cy="61595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7FA3"/>
              </a:buClr>
              <a:buSzPts val="3400"/>
              <a:buFont typeface="Arial" panose="020B0604020202020204"/>
              <a:buNone/>
            </a:pPr>
            <a:r>
              <a:rPr lang="en-US" sz="3400" b="1" i="0" u="none" strike="noStrike" cap="none">
                <a:solidFill>
                  <a:srgbClr val="007FA3"/>
                </a:solidFill>
                <a:latin typeface="Arial" panose="020B0604020202020204"/>
                <a:ea typeface="Arial" panose="020B0604020202020204"/>
                <a:cs typeface="Arial" panose="020B0604020202020204"/>
                <a:sym typeface="Arial" panose="020B0604020202020204"/>
              </a:rPr>
              <a:t>Introduction</a:t>
            </a:r>
            <a:endParaRPr lang="en-US" sz="3400" b="1" i="0" u="none" strike="noStrike" cap="none">
              <a:solidFill>
                <a:srgbClr val="007FA3"/>
              </a:solidFill>
              <a:latin typeface="Arial" panose="020B0604020202020204"/>
              <a:ea typeface="Arial" panose="020B0604020202020204"/>
              <a:cs typeface="Arial" panose="020B0604020202020204"/>
              <a:sym typeface="Arial" panose="020B0604020202020204"/>
            </a:endParaRPr>
          </a:p>
        </p:txBody>
      </p:sp>
      <p:pic>
        <p:nvPicPr>
          <p:cNvPr id="85" name="Google Shape;85;p16"/>
          <p:cNvPicPr preferRelativeResize="0"/>
          <p:nvPr/>
        </p:nvPicPr>
        <p:blipFill rotWithShape="1">
          <a:blip r:embed="rId1"/>
          <a:srcRect/>
          <a:stretch>
            <a:fillRect/>
          </a:stretch>
        </p:blipFill>
        <p:spPr>
          <a:xfrm>
            <a:off x="341312" y="1792287"/>
            <a:ext cx="8461375" cy="2073275"/>
          </a:xfrm>
          <a:prstGeom prst="rect">
            <a:avLst/>
          </a:prstGeom>
          <a:noFill/>
          <a:ln>
            <a:noFill/>
          </a:ln>
        </p:spPr>
      </p:pic>
      <p:pic>
        <p:nvPicPr>
          <p:cNvPr id="86" name="Google Shape;86;p16"/>
          <p:cNvPicPr preferRelativeResize="0"/>
          <p:nvPr/>
        </p:nvPicPr>
        <p:blipFill rotWithShape="1">
          <a:blip r:embed="rId2"/>
          <a:srcRect/>
          <a:stretch>
            <a:fillRect/>
          </a:stretch>
        </p:blipFill>
        <p:spPr>
          <a:xfrm>
            <a:off x="6350" y="6165850"/>
            <a:ext cx="9144000" cy="669925"/>
          </a:xfrm>
          <a:prstGeom prst="rect">
            <a:avLst/>
          </a:prstGeom>
          <a:noFill/>
          <a:ln>
            <a:noFill/>
          </a:ln>
        </p:spPr>
      </p:pic>
      <p:pic>
        <p:nvPicPr>
          <p:cNvPr id="87" name="Google Shape;87;p16"/>
          <p:cNvPicPr preferRelativeResize="0"/>
          <p:nvPr/>
        </p:nvPicPr>
        <p:blipFill rotWithShape="1">
          <a:blip r:embed="rId3"/>
          <a:srcRect/>
          <a:stretch>
            <a:fillRect/>
          </a:stretch>
        </p:blipFill>
        <p:spPr>
          <a:xfrm>
            <a:off x="7510462" y="5054600"/>
            <a:ext cx="1549400" cy="993775"/>
          </a:xfrm>
          <a:prstGeom prst="rect">
            <a:avLst/>
          </a:prstGeom>
          <a:noFill/>
          <a:ln>
            <a:noFill/>
          </a:ln>
        </p:spPr>
      </p:pic>
      <p:pic>
        <p:nvPicPr>
          <p:cNvPr id="88" name="Google Shape;88;p16" descr="BracU Logo | Brac University"/>
          <p:cNvPicPr preferRelativeResize="0"/>
          <p:nvPr/>
        </p:nvPicPr>
        <p:blipFill rotWithShape="1">
          <a:blip r:embed="rId4"/>
          <a:srcRect/>
          <a:stretch>
            <a:fillRect/>
          </a:stretch>
        </p:blipFill>
        <p:spPr>
          <a:xfrm>
            <a:off x="84137" y="5054600"/>
            <a:ext cx="1549400" cy="1120775"/>
          </a:xfrm>
          <a:prstGeom prst="rect">
            <a:avLst/>
          </a:prstGeom>
          <a:noFill/>
          <a:ln>
            <a:noFill/>
          </a:ln>
        </p:spPr>
      </p:pic>
      <p:pic>
        <p:nvPicPr>
          <p:cNvPr id="89" name="Google Shape;89;p16" descr="Business Environment: The Elements of Business Environment (1968 Words)"/>
          <p:cNvPicPr preferRelativeResize="0"/>
          <p:nvPr/>
        </p:nvPicPr>
        <p:blipFill rotWithShape="1">
          <a:blip r:embed="rId5"/>
          <a:srcRect/>
          <a:stretch>
            <a:fillRect/>
          </a:stretch>
        </p:blipFill>
        <p:spPr>
          <a:xfrm>
            <a:off x="2951162" y="4116387"/>
            <a:ext cx="3241675" cy="19272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02" name="Shape 102"/>
        <p:cNvGrpSpPr/>
        <p:nvPr/>
      </p:nvGrpSpPr>
      <p:grpSpPr>
        <a:xfrm>
          <a:off x="0" y="0"/>
          <a:ext cx="0" cy="0"/>
          <a:chOff x="0" y="0"/>
          <a:chExt cx="0" cy="0"/>
        </a:xfrm>
      </p:grpSpPr>
      <p:sp>
        <p:nvSpPr>
          <p:cNvPr id="103" name="Google Shape;103;p18"/>
          <p:cNvSpPr txBox="1"/>
          <p:nvPr/>
        </p:nvSpPr>
        <p:spPr>
          <a:xfrm>
            <a:off x="419100" y="204787"/>
            <a:ext cx="8401050" cy="166211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3400"/>
              <a:buFont typeface="Arial" panose="020B0604020202020204"/>
              <a:buNone/>
            </a:pPr>
            <a:endParaRPr sz="3400" b="1" i="0" u="none" strike="noStrike" cap="none">
              <a:solidFill>
                <a:srgbClr val="007FA3"/>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7FA3"/>
              </a:buClr>
              <a:buSzPts val="3400"/>
              <a:buFont typeface="Arial" panose="020B0604020202020204"/>
              <a:buNone/>
            </a:pPr>
            <a:r>
              <a:rPr lang="en-US" sz="3400" b="1" i="0" u="none" strike="noStrike" cap="none">
                <a:solidFill>
                  <a:srgbClr val="007FA3"/>
                </a:solidFill>
                <a:latin typeface="Arial" panose="020B0604020202020204"/>
                <a:ea typeface="Arial" panose="020B0604020202020204"/>
                <a:cs typeface="Arial" panose="020B0604020202020204"/>
                <a:sym typeface="Arial" panose="020B0604020202020204"/>
              </a:rPr>
              <a:t>The business organisation as a transformation system</a:t>
            </a:r>
            <a:endParaRPr lang="en-US" sz="3400" b="1" i="0" u="none" strike="noStrike" cap="none">
              <a:solidFill>
                <a:srgbClr val="007FA3"/>
              </a:solidFill>
              <a:latin typeface="Arial" panose="020B0604020202020204"/>
              <a:ea typeface="Arial" panose="020B0604020202020204"/>
              <a:cs typeface="Arial" panose="020B0604020202020204"/>
              <a:sym typeface="Arial" panose="020B0604020202020204"/>
            </a:endParaRPr>
          </a:p>
        </p:txBody>
      </p:sp>
      <p:pic>
        <p:nvPicPr>
          <p:cNvPr id="104" name="Google Shape;104;p18"/>
          <p:cNvPicPr preferRelativeResize="0"/>
          <p:nvPr/>
        </p:nvPicPr>
        <p:blipFill rotWithShape="1">
          <a:blip r:embed="rId1"/>
          <a:srcRect/>
          <a:stretch>
            <a:fillRect/>
          </a:stretch>
        </p:blipFill>
        <p:spPr>
          <a:xfrm>
            <a:off x="358775" y="1993900"/>
            <a:ext cx="8461375" cy="2698750"/>
          </a:xfrm>
          <a:prstGeom prst="rect">
            <a:avLst/>
          </a:prstGeom>
          <a:noFill/>
          <a:ln>
            <a:noFill/>
          </a:ln>
        </p:spPr>
      </p:pic>
      <p:pic>
        <p:nvPicPr>
          <p:cNvPr id="105" name="Google Shape;105;p18"/>
          <p:cNvPicPr preferRelativeResize="0"/>
          <p:nvPr/>
        </p:nvPicPr>
        <p:blipFill rotWithShape="1">
          <a:blip r:embed="rId2"/>
          <a:srcRect/>
          <a:stretch>
            <a:fillRect/>
          </a:stretch>
        </p:blipFill>
        <p:spPr>
          <a:xfrm>
            <a:off x="6350" y="6175375"/>
            <a:ext cx="9144000" cy="660400"/>
          </a:xfrm>
          <a:prstGeom prst="rect">
            <a:avLst/>
          </a:prstGeom>
          <a:noFill/>
          <a:ln>
            <a:noFill/>
          </a:ln>
        </p:spPr>
      </p:pic>
      <p:pic>
        <p:nvPicPr>
          <p:cNvPr id="106" name="Google Shape;106;p18"/>
          <p:cNvPicPr preferRelativeResize="0"/>
          <p:nvPr/>
        </p:nvPicPr>
        <p:blipFill rotWithShape="1">
          <a:blip r:embed="rId3"/>
          <a:srcRect/>
          <a:stretch>
            <a:fillRect/>
          </a:stretch>
        </p:blipFill>
        <p:spPr>
          <a:xfrm>
            <a:off x="7510462" y="5054600"/>
            <a:ext cx="1549400" cy="993775"/>
          </a:xfrm>
          <a:prstGeom prst="rect">
            <a:avLst/>
          </a:prstGeom>
          <a:noFill/>
          <a:ln>
            <a:noFill/>
          </a:ln>
        </p:spPr>
      </p:pic>
      <p:pic>
        <p:nvPicPr>
          <p:cNvPr id="107" name="Google Shape;107;p18" descr="BracU Logo | Brac University"/>
          <p:cNvPicPr preferRelativeResize="0"/>
          <p:nvPr/>
        </p:nvPicPr>
        <p:blipFill rotWithShape="1">
          <a:blip r:embed="rId4"/>
          <a:srcRect/>
          <a:stretch>
            <a:fillRect/>
          </a:stretch>
        </p:blipFill>
        <p:spPr>
          <a:xfrm>
            <a:off x="84137" y="5053012"/>
            <a:ext cx="1549400" cy="1122362"/>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11" name="Shape 111"/>
        <p:cNvGrpSpPr/>
        <p:nvPr/>
      </p:nvGrpSpPr>
      <p:grpSpPr>
        <a:xfrm>
          <a:off x="0" y="0"/>
          <a:ext cx="0" cy="0"/>
          <a:chOff x="0" y="0"/>
          <a:chExt cx="0" cy="0"/>
        </a:xfrm>
      </p:grpSpPr>
      <p:sp>
        <p:nvSpPr>
          <p:cNvPr id="112" name="Google Shape;112;p19"/>
          <p:cNvSpPr txBox="1"/>
          <p:nvPr/>
        </p:nvSpPr>
        <p:spPr>
          <a:xfrm>
            <a:off x="419100" y="204787"/>
            <a:ext cx="8401050" cy="61595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7FA3"/>
              </a:buClr>
              <a:buSzPts val="3400"/>
              <a:buFont typeface="Arial" panose="020B0604020202020204"/>
              <a:buNone/>
            </a:pPr>
            <a:r>
              <a:rPr lang="en-US" sz="3400" b="1" i="0" u="none" strike="noStrike" cap="none">
                <a:solidFill>
                  <a:srgbClr val="007FA3"/>
                </a:solidFill>
                <a:latin typeface="Arial" panose="020B0604020202020204"/>
                <a:ea typeface="Arial" panose="020B0604020202020204"/>
                <a:cs typeface="Arial" panose="020B0604020202020204"/>
                <a:sym typeface="Arial" panose="020B0604020202020204"/>
              </a:rPr>
              <a:t>The firm in its environment</a:t>
            </a:r>
            <a:endParaRPr lang="en-US" sz="3400" b="1" i="0" u="none" strike="noStrike" cap="none">
              <a:solidFill>
                <a:srgbClr val="007FA3"/>
              </a:solidFill>
              <a:latin typeface="Arial" panose="020B0604020202020204"/>
              <a:ea typeface="Arial" panose="020B0604020202020204"/>
              <a:cs typeface="Arial" panose="020B0604020202020204"/>
              <a:sym typeface="Arial" panose="020B0604020202020204"/>
            </a:endParaRPr>
          </a:p>
        </p:txBody>
      </p:sp>
      <p:pic>
        <p:nvPicPr>
          <p:cNvPr id="113" name="Google Shape;113;p19"/>
          <p:cNvPicPr preferRelativeResize="0"/>
          <p:nvPr/>
        </p:nvPicPr>
        <p:blipFill rotWithShape="1">
          <a:blip r:embed="rId1"/>
          <a:srcRect/>
          <a:stretch>
            <a:fillRect/>
          </a:stretch>
        </p:blipFill>
        <p:spPr>
          <a:xfrm>
            <a:off x="338137" y="1757362"/>
            <a:ext cx="8467725" cy="3343275"/>
          </a:xfrm>
          <a:prstGeom prst="rect">
            <a:avLst/>
          </a:prstGeom>
          <a:noFill/>
          <a:ln>
            <a:noFill/>
          </a:ln>
        </p:spPr>
      </p:pic>
      <p:pic>
        <p:nvPicPr>
          <p:cNvPr id="114" name="Google Shape;114;p19"/>
          <p:cNvPicPr preferRelativeResize="0"/>
          <p:nvPr/>
        </p:nvPicPr>
        <p:blipFill rotWithShape="1">
          <a:blip r:embed="rId2"/>
          <a:srcRect/>
          <a:stretch>
            <a:fillRect/>
          </a:stretch>
        </p:blipFill>
        <p:spPr>
          <a:xfrm>
            <a:off x="6350" y="6308725"/>
            <a:ext cx="9144000" cy="527050"/>
          </a:xfrm>
          <a:prstGeom prst="rect">
            <a:avLst/>
          </a:prstGeom>
          <a:noFill/>
          <a:ln>
            <a:noFill/>
          </a:ln>
        </p:spPr>
      </p:pic>
      <p:pic>
        <p:nvPicPr>
          <p:cNvPr id="115" name="Google Shape;115;p19"/>
          <p:cNvPicPr preferRelativeResize="0"/>
          <p:nvPr/>
        </p:nvPicPr>
        <p:blipFill rotWithShape="1">
          <a:blip r:embed="rId3"/>
          <a:srcRect/>
          <a:stretch>
            <a:fillRect/>
          </a:stretch>
        </p:blipFill>
        <p:spPr>
          <a:xfrm>
            <a:off x="7510462" y="5268912"/>
            <a:ext cx="1549400" cy="779462"/>
          </a:xfrm>
          <a:prstGeom prst="rect">
            <a:avLst/>
          </a:prstGeom>
          <a:noFill/>
          <a:ln>
            <a:noFill/>
          </a:ln>
        </p:spPr>
      </p:pic>
      <p:pic>
        <p:nvPicPr>
          <p:cNvPr id="116" name="Google Shape;116;p19" descr="BracU Logo | Brac University"/>
          <p:cNvPicPr preferRelativeResize="0"/>
          <p:nvPr/>
        </p:nvPicPr>
        <p:blipFill rotWithShape="1">
          <a:blip r:embed="rId4"/>
          <a:srcRect/>
          <a:stretch>
            <a:fillRect/>
          </a:stretch>
        </p:blipFill>
        <p:spPr>
          <a:xfrm>
            <a:off x="84137" y="5295900"/>
            <a:ext cx="1549400" cy="8794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20" name="Shape 120"/>
        <p:cNvGrpSpPr/>
        <p:nvPr/>
      </p:nvGrpSpPr>
      <p:grpSpPr>
        <a:xfrm>
          <a:off x="0" y="0"/>
          <a:ext cx="0" cy="0"/>
          <a:chOff x="0" y="0"/>
          <a:chExt cx="0" cy="0"/>
        </a:xfrm>
      </p:grpSpPr>
      <p:sp>
        <p:nvSpPr>
          <p:cNvPr id="121" name="Google Shape;121;p20"/>
          <p:cNvSpPr txBox="1"/>
          <p:nvPr/>
        </p:nvSpPr>
        <p:spPr>
          <a:xfrm>
            <a:off x="419100" y="204787"/>
            <a:ext cx="8401050" cy="113823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3400"/>
              <a:buFont typeface="Arial" panose="020B0604020202020204"/>
              <a:buNone/>
            </a:pPr>
            <a:endParaRPr sz="3400" b="1" i="0" u="none" strike="noStrike" cap="none">
              <a:solidFill>
                <a:srgbClr val="007FA3"/>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7FA3"/>
              </a:buClr>
              <a:buSzPts val="3400"/>
              <a:buFont typeface="Arial" panose="020B0604020202020204"/>
              <a:buNone/>
            </a:pPr>
            <a:r>
              <a:rPr lang="en-US" sz="3400" b="1" i="0" u="none" strike="noStrike" cap="none">
                <a:solidFill>
                  <a:srgbClr val="007FA3"/>
                </a:solidFill>
                <a:latin typeface="Arial" panose="020B0604020202020204"/>
                <a:ea typeface="Arial" panose="020B0604020202020204"/>
                <a:cs typeface="Arial" panose="020B0604020202020204"/>
                <a:sym typeface="Arial" panose="020B0604020202020204"/>
              </a:rPr>
              <a:t>Two levels of environment</a:t>
            </a:r>
            <a:endParaRPr lang="en-US" sz="3400" b="1" i="0" u="none" strike="noStrike" cap="none">
              <a:solidFill>
                <a:srgbClr val="007FA3"/>
              </a:solidFill>
              <a:latin typeface="Arial" panose="020B0604020202020204"/>
              <a:ea typeface="Arial" panose="020B0604020202020204"/>
              <a:cs typeface="Arial" panose="020B0604020202020204"/>
              <a:sym typeface="Arial" panose="020B0604020202020204"/>
            </a:endParaRPr>
          </a:p>
        </p:txBody>
      </p:sp>
      <p:pic>
        <p:nvPicPr>
          <p:cNvPr id="122" name="Google Shape;122;p20"/>
          <p:cNvPicPr preferRelativeResize="0"/>
          <p:nvPr/>
        </p:nvPicPr>
        <p:blipFill rotWithShape="1">
          <a:blip r:embed="rId1"/>
          <a:srcRect/>
          <a:stretch>
            <a:fillRect/>
          </a:stretch>
        </p:blipFill>
        <p:spPr>
          <a:xfrm>
            <a:off x="958850" y="1568450"/>
            <a:ext cx="7226300" cy="4279900"/>
          </a:xfrm>
          <a:prstGeom prst="rect">
            <a:avLst/>
          </a:prstGeom>
          <a:noFill/>
          <a:ln>
            <a:noFill/>
          </a:ln>
        </p:spPr>
      </p:pic>
      <p:pic>
        <p:nvPicPr>
          <p:cNvPr id="123" name="Google Shape;123;p20"/>
          <p:cNvPicPr preferRelativeResize="0"/>
          <p:nvPr/>
        </p:nvPicPr>
        <p:blipFill rotWithShape="1">
          <a:blip r:embed="rId2"/>
          <a:srcRect/>
          <a:stretch>
            <a:fillRect/>
          </a:stretch>
        </p:blipFill>
        <p:spPr>
          <a:xfrm>
            <a:off x="6350" y="6165850"/>
            <a:ext cx="9144000" cy="669925"/>
          </a:xfrm>
          <a:prstGeom prst="rect">
            <a:avLst/>
          </a:prstGeom>
          <a:noFill/>
          <a:ln>
            <a:noFill/>
          </a:ln>
        </p:spPr>
      </p:pic>
      <p:pic>
        <p:nvPicPr>
          <p:cNvPr id="124" name="Google Shape;124;p20"/>
          <p:cNvPicPr preferRelativeResize="0"/>
          <p:nvPr/>
        </p:nvPicPr>
        <p:blipFill rotWithShape="1">
          <a:blip r:embed="rId3"/>
          <a:srcRect/>
          <a:stretch>
            <a:fillRect/>
          </a:stretch>
        </p:blipFill>
        <p:spPr>
          <a:xfrm>
            <a:off x="7510462" y="5054600"/>
            <a:ext cx="1549400" cy="993775"/>
          </a:xfrm>
          <a:prstGeom prst="rect">
            <a:avLst/>
          </a:prstGeom>
          <a:noFill/>
          <a:ln>
            <a:noFill/>
          </a:ln>
        </p:spPr>
      </p:pic>
      <p:pic>
        <p:nvPicPr>
          <p:cNvPr id="125" name="Google Shape;125;p20" descr="BracU Logo | Brac University"/>
          <p:cNvPicPr preferRelativeResize="0"/>
          <p:nvPr/>
        </p:nvPicPr>
        <p:blipFill rotWithShape="1">
          <a:blip r:embed="rId4"/>
          <a:srcRect/>
          <a:stretch>
            <a:fillRect/>
          </a:stretch>
        </p:blipFill>
        <p:spPr>
          <a:xfrm>
            <a:off x="84137" y="5054600"/>
            <a:ext cx="1549400" cy="11207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31" name="Shape 131"/>
        <p:cNvGrpSpPr/>
        <p:nvPr/>
      </p:nvGrpSpPr>
      <p:grpSpPr>
        <a:xfrm>
          <a:off x="0" y="0"/>
          <a:ext cx="0" cy="0"/>
          <a:chOff x="0" y="0"/>
          <a:chExt cx="0" cy="0"/>
        </a:xfrm>
      </p:grpSpPr>
      <p:sp>
        <p:nvSpPr>
          <p:cNvPr id="132" name="Google Shape;132;p21"/>
          <p:cNvSpPr txBox="1"/>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Clr>
                <a:schemeClr val="dk1"/>
              </a:buClr>
              <a:buSzPts val="3200"/>
              <a:buFont typeface="Arial" panose="020B0604020202020204"/>
              <a:buNone/>
            </a:pPr>
          </a:p>
        </p:txBody>
      </p:sp>
      <p:sp>
        <p:nvSpPr>
          <p:cNvPr id="133" name="Google Shape;133;p21"/>
          <p:cNvSpPr/>
          <p:nvPr/>
        </p:nvSpPr>
        <p:spPr>
          <a:xfrm>
            <a:off x="1485900" y="1143000"/>
            <a:ext cx="6115050" cy="4686300"/>
          </a:xfrm>
          <a:prstGeom prst="roundRect">
            <a:avLst>
              <a:gd name="adj" fmla="val 16667"/>
            </a:avLst>
          </a:prstGeom>
          <a:solidFill>
            <a:srgbClr val="FFD95C"/>
          </a:solidFill>
          <a:ln w="9525" cap="flat" cmpd="sng">
            <a:solidFill>
              <a:srgbClr val="F7A427"/>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panose="020B0604020202020204"/>
              <a:ea typeface="Arial" panose="020B0604020202020204"/>
              <a:cs typeface="Arial" panose="020B0604020202020204"/>
              <a:sym typeface="Arial" panose="020B0604020202020204"/>
            </a:endParaRPr>
          </a:p>
        </p:txBody>
      </p:sp>
      <p:sp>
        <p:nvSpPr>
          <p:cNvPr id="134" name="Google Shape;134;p21"/>
          <p:cNvSpPr txBox="1"/>
          <p:nvPr/>
        </p:nvSpPr>
        <p:spPr>
          <a:xfrm>
            <a:off x="7510462" y="1766887"/>
            <a:ext cx="376237" cy="55403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FFD95C"/>
              </a:buClr>
              <a:buSzPts val="3000"/>
              <a:buFont typeface="Calibri" panose="020F0502020204030204"/>
              <a:buNone/>
            </a:pPr>
            <a:r>
              <a:rPr lang="en-US" sz="3000" b="1" i="0" u="none">
                <a:solidFill>
                  <a:srgbClr val="FFD95C"/>
                </a:solidFill>
                <a:latin typeface="Calibri" panose="020F0502020204030204"/>
                <a:ea typeface="Calibri" panose="020F0502020204030204"/>
                <a:cs typeface="Calibri" panose="020F0502020204030204"/>
                <a:sym typeface="Calibri" panose="020F0502020204030204"/>
              </a:rPr>
              <a:t>*</a:t>
            </a:r>
            <a:endParaRPr lang="en-US" sz="3000" b="1" i="0" u="none">
              <a:solidFill>
                <a:srgbClr val="FFD95C"/>
              </a:solidFill>
              <a:latin typeface="Calibri" panose="020F0502020204030204"/>
              <a:ea typeface="Calibri" panose="020F0502020204030204"/>
              <a:cs typeface="Calibri" panose="020F0502020204030204"/>
              <a:sym typeface="Calibri" panose="020F0502020204030204"/>
            </a:endParaRPr>
          </a:p>
        </p:txBody>
      </p:sp>
      <p:sp>
        <p:nvSpPr>
          <p:cNvPr id="135" name="Google Shape;135;p21"/>
          <p:cNvSpPr txBox="1"/>
          <p:nvPr/>
        </p:nvSpPr>
        <p:spPr>
          <a:xfrm>
            <a:off x="6515100" y="857250"/>
            <a:ext cx="457200" cy="55403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660066"/>
              </a:buClr>
              <a:buSzPts val="3000"/>
              <a:buFont typeface="Calibri" panose="020F0502020204030204"/>
              <a:buNone/>
            </a:pPr>
            <a:r>
              <a:rPr lang="en-US" sz="3000" b="1" i="0" u="none">
                <a:solidFill>
                  <a:srgbClr val="660066"/>
                </a:solidFill>
                <a:latin typeface="Calibri" panose="020F0502020204030204"/>
                <a:ea typeface="Calibri" panose="020F0502020204030204"/>
                <a:cs typeface="Calibri" panose="020F0502020204030204"/>
                <a:sym typeface="Calibri" panose="020F0502020204030204"/>
              </a:rPr>
              <a:t>*</a:t>
            </a:r>
            <a:endParaRPr lang="en-US" sz="3000" b="1" i="0" u="none">
              <a:solidFill>
                <a:srgbClr val="660066"/>
              </a:solidFill>
              <a:latin typeface="Calibri" panose="020F0502020204030204"/>
              <a:ea typeface="Calibri" panose="020F0502020204030204"/>
              <a:cs typeface="Calibri" panose="020F0502020204030204"/>
              <a:sym typeface="Calibri" panose="020F0502020204030204"/>
            </a:endParaRPr>
          </a:p>
        </p:txBody>
      </p:sp>
      <p:sp>
        <p:nvSpPr>
          <p:cNvPr id="136" name="Google Shape;136;p21"/>
          <p:cNvSpPr txBox="1"/>
          <p:nvPr>
            <p:ph type="ctrTitle"/>
          </p:nvPr>
        </p:nvSpPr>
        <p:spPr>
          <a:xfrm>
            <a:off x="1509712" y="122237"/>
            <a:ext cx="6400800" cy="16891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rgbClr val="007FA3"/>
              </a:buClr>
              <a:buSzPts val="2200"/>
              <a:buFont typeface="Helvetica Neue" panose="020B0604020202020204"/>
              <a:buNone/>
            </a:pPr>
            <a:r>
              <a:rPr lang="en-US" sz="2200" b="1" i="0" u="none">
                <a:solidFill>
                  <a:srgbClr val="007FA3"/>
                </a:solidFill>
                <a:latin typeface="Helvetica Neue" panose="020B0604020202020204"/>
                <a:ea typeface="Helvetica Neue" panose="020B0604020202020204"/>
                <a:cs typeface="Helvetica Neue" panose="020B0604020202020204"/>
                <a:sym typeface="Helvetica Neue" panose="020B0604020202020204"/>
              </a:rPr>
              <a:t>Business Environment</a:t>
            </a:r>
            <a:br>
              <a:rPr lang="en-US" sz="2400" b="1" i="0" u="none">
                <a:solidFill>
                  <a:srgbClr val="007FA3"/>
                </a:solidFill>
                <a:latin typeface="Helvetica Neue" panose="020B0604020202020204"/>
                <a:ea typeface="Helvetica Neue" panose="020B0604020202020204"/>
                <a:cs typeface="Helvetica Neue" panose="020B0604020202020204"/>
                <a:sym typeface="Helvetica Neue" panose="020B0604020202020204"/>
              </a:rPr>
            </a:br>
            <a:r>
              <a:rPr lang="en-US" sz="1200" b="1" i="0" u="none">
                <a:solidFill>
                  <a:srgbClr val="007FA3"/>
                </a:solidFill>
                <a:latin typeface="Tahoma" panose="020B0604030504040204"/>
                <a:ea typeface="Tahoma" panose="020B0604030504040204"/>
                <a:cs typeface="Tahoma" panose="020B0604030504040204"/>
                <a:sym typeface="Tahoma" panose="020B0604030504040204"/>
              </a:rPr>
              <a:t>The Business Environment is the sum total of all external and internal </a:t>
            </a:r>
            <a:br>
              <a:rPr lang="en-US" sz="1200" b="1" i="0" u="none">
                <a:solidFill>
                  <a:srgbClr val="007FA3"/>
                </a:solidFill>
                <a:latin typeface="Tahoma" panose="020B0604030504040204"/>
                <a:ea typeface="Tahoma" panose="020B0604030504040204"/>
                <a:cs typeface="Tahoma" panose="020B0604030504040204"/>
                <a:sym typeface="Tahoma" panose="020B0604030504040204"/>
              </a:rPr>
            </a:br>
            <a:r>
              <a:rPr lang="en-US" sz="1200" b="1" i="0" u="none">
                <a:solidFill>
                  <a:srgbClr val="007FA3"/>
                </a:solidFill>
                <a:latin typeface="Tahoma" panose="020B0604030504040204"/>
                <a:ea typeface="Tahoma" panose="020B0604030504040204"/>
                <a:cs typeface="Tahoma" panose="020B0604030504040204"/>
                <a:sym typeface="Tahoma" panose="020B0604030504040204"/>
              </a:rPr>
              <a:t>factors that influence a business. An external business environment is composed of all the outside factors or influences that impact the </a:t>
            </a:r>
            <a:br>
              <a:rPr lang="en-US" sz="1200" b="1" i="0" u="none">
                <a:solidFill>
                  <a:srgbClr val="007FA3"/>
                </a:solidFill>
                <a:latin typeface="Tahoma" panose="020B0604030504040204"/>
                <a:ea typeface="Tahoma" panose="020B0604030504040204"/>
                <a:cs typeface="Tahoma" panose="020B0604030504040204"/>
                <a:sym typeface="Tahoma" panose="020B0604030504040204"/>
              </a:rPr>
            </a:br>
            <a:r>
              <a:rPr lang="en-US" sz="1200" b="1" i="0" u="none">
                <a:solidFill>
                  <a:srgbClr val="007FA3"/>
                </a:solidFill>
                <a:latin typeface="Tahoma" panose="020B0604030504040204"/>
                <a:ea typeface="Tahoma" panose="020B0604030504040204"/>
                <a:cs typeface="Tahoma" panose="020B0604030504040204"/>
                <a:sym typeface="Tahoma" panose="020B0604030504040204"/>
              </a:rPr>
              <a:t>operation of business. </a:t>
            </a:r>
            <a:endParaRPr lang="en-US" sz="1200" b="1" i="0" u="none">
              <a:solidFill>
                <a:srgbClr val="007FA3"/>
              </a:solidFill>
              <a:latin typeface="Tahoma" panose="020B0604030504040204"/>
              <a:ea typeface="Tahoma" panose="020B0604030504040204"/>
              <a:cs typeface="Tahoma" panose="020B0604030504040204"/>
              <a:sym typeface="Tahoma" panose="020B0604030504040204"/>
            </a:endParaRPr>
          </a:p>
        </p:txBody>
      </p:sp>
      <p:sp>
        <p:nvSpPr>
          <p:cNvPr id="137" name="Google Shape;137;p21"/>
          <p:cNvSpPr txBox="1"/>
          <p:nvPr/>
        </p:nvSpPr>
        <p:spPr>
          <a:xfrm>
            <a:off x="6572250" y="5657850"/>
            <a:ext cx="1428750" cy="3429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chemeClr val="dk1"/>
              </a:buClr>
              <a:buSzPts val="900"/>
              <a:buFont typeface="Times New Roman" panose="02020603050405020304"/>
              <a:buNone/>
            </a:pPr>
            <a:r>
              <a:rPr lang="en-US" sz="9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1-</a:t>
            </a:r>
            <a:fld id="{00000000-1234-1234-1234-123412341234}" type="slidenum">
              <a:rPr lang="en-US" sz="9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fld>
            <a:endParaRPr lang="en-US" sz="9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138" name="Google Shape;138;p21"/>
          <p:cNvPicPr preferRelativeResize="0"/>
          <p:nvPr/>
        </p:nvPicPr>
        <p:blipFill rotWithShape="1">
          <a:blip r:embed="rId1"/>
          <a:srcRect/>
          <a:stretch>
            <a:fillRect/>
          </a:stretch>
        </p:blipFill>
        <p:spPr>
          <a:xfrm>
            <a:off x="315595" y="1995805"/>
            <a:ext cx="7985125" cy="4052570"/>
          </a:xfrm>
          <a:prstGeom prst="rect">
            <a:avLst/>
          </a:prstGeom>
          <a:noFill/>
          <a:ln>
            <a:noFill/>
          </a:ln>
        </p:spPr>
      </p:pic>
      <p:sp>
        <p:nvSpPr>
          <p:cNvPr id="139" name="Google Shape;139;p21"/>
          <p:cNvSpPr txBox="1"/>
          <p:nvPr/>
        </p:nvSpPr>
        <p:spPr>
          <a:xfrm>
            <a:off x="8737600" y="6356350"/>
            <a:ext cx="28448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Calibri" panose="020F0502020204030204"/>
              <a:buNone/>
            </a:pPr>
            <a:fld id="{00000000-1234-1234-1234-123412341234}" type="slidenum">
              <a:rPr lang="en-US" sz="1200" b="0" i="0" u="none">
                <a:solidFill>
                  <a:srgbClr val="898989"/>
                </a:solidFill>
                <a:latin typeface="Calibri" panose="020F0502020204030204"/>
                <a:ea typeface="Calibri" panose="020F0502020204030204"/>
                <a:cs typeface="Calibri" panose="020F0502020204030204"/>
                <a:sym typeface="Calibri" panose="020F0502020204030204"/>
              </a:rPr>
            </a:fld>
            <a:endParaRPr lang="en-US" sz="1200" b="0" i="0" u="none">
              <a:solidFill>
                <a:srgbClr val="898989"/>
              </a:solidFill>
              <a:latin typeface="Calibri" panose="020F0502020204030204"/>
              <a:ea typeface="Calibri" panose="020F0502020204030204"/>
              <a:cs typeface="Calibri" panose="020F0502020204030204"/>
              <a:sym typeface="Calibri" panose="020F0502020204030204"/>
            </a:endParaRPr>
          </a:p>
        </p:txBody>
      </p:sp>
      <p:pic>
        <p:nvPicPr>
          <p:cNvPr id="140" name="Google Shape;140;p21"/>
          <p:cNvPicPr preferRelativeResize="0"/>
          <p:nvPr/>
        </p:nvPicPr>
        <p:blipFill rotWithShape="1">
          <a:blip r:embed="rId2"/>
          <a:srcRect/>
          <a:stretch>
            <a:fillRect/>
          </a:stretch>
        </p:blipFill>
        <p:spPr>
          <a:xfrm>
            <a:off x="6350" y="6165850"/>
            <a:ext cx="9144000" cy="669925"/>
          </a:xfrm>
          <a:prstGeom prst="rect">
            <a:avLst/>
          </a:prstGeom>
          <a:noFill/>
          <a:ln>
            <a:noFill/>
          </a:ln>
        </p:spPr>
      </p:pic>
      <p:pic>
        <p:nvPicPr>
          <p:cNvPr id="141" name="Google Shape;141;p21"/>
          <p:cNvPicPr preferRelativeResize="0"/>
          <p:nvPr/>
        </p:nvPicPr>
        <p:blipFill rotWithShape="1">
          <a:blip r:embed="rId3"/>
          <a:srcRect/>
          <a:stretch>
            <a:fillRect/>
          </a:stretch>
        </p:blipFill>
        <p:spPr>
          <a:xfrm>
            <a:off x="7510462" y="5054600"/>
            <a:ext cx="1549400" cy="993775"/>
          </a:xfrm>
          <a:prstGeom prst="rect">
            <a:avLst/>
          </a:prstGeom>
          <a:noFill/>
          <a:ln>
            <a:noFill/>
          </a:ln>
        </p:spPr>
      </p:pic>
      <p:pic>
        <p:nvPicPr>
          <p:cNvPr id="142" name="Google Shape;142;p21" descr="BracU Logo | Brac University"/>
          <p:cNvPicPr preferRelativeResize="0"/>
          <p:nvPr/>
        </p:nvPicPr>
        <p:blipFill rotWithShape="1">
          <a:blip r:embed="rId4"/>
          <a:srcRect/>
          <a:stretch>
            <a:fillRect/>
          </a:stretch>
        </p:blipFill>
        <p:spPr>
          <a:xfrm>
            <a:off x="84137" y="5054600"/>
            <a:ext cx="1549400" cy="11207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49" name="Shape 149"/>
        <p:cNvGrpSpPr/>
        <p:nvPr/>
      </p:nvGrpSpPr>
      <p:grpSpPr>
        <a:xfrm>
          <a:off x="0" y="0"/>
          <a:ext cx="0" cy="0"/>
          <a:chOff x="0" y="0"/>
          <a:chExt cx="0" cy="0"/>
        </a:xfrm>
      </p:grpSpPr>
      <p:sp>
        <p:nvSpPr>
          <p:cNvPr id="150" name="Google Shape;150;p22"/>
          <p:cNvSpPr txBox="1"/>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Clr>
                <a:schemeClr val="dk1"/>
              </a:buClr>
              <a:buSzPts val="3200"/>
              <a:buFont typeface="Arial" panose="020B0604020202020204"/>
              <a:buNone/>
            </a:pPr>
          </a:p>
        </p:txBody>
      </p:sp>
      <p:sp>
        <p:nvSpPr>
          <p:cNvPr id="151" name="Google Shape;151;p22"/>
          <p:cNvSpPr/>
          <p:nvPr/>
        </p:nvSpPr>
        <p:spPr>
          <a:xfrm>
            <a:off x="1485900" y="1156970"/>
            <a:ext cx="6115050" cy="4686300"/>
          </a:xfrm>
          <a:prstGeom prst="roundRect">
            <a:avLst>
              <a:gd name="adj" fmla="val 16667"/>
            </a:avLst>
          </a:prstGeom>
          <a:solidFill>
            <a:srgbClr val="FFD95C"/>
          </a:solidFill>
          <a:ln w="9525" cap="flat" cmpd="sng">
            <a:solidFill>
              <a:srgbClr val="F7A427"/>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panose="020B0604020202020204"/>
              <a:ea typeface="Arial" panose="020B0604020202020204"/>
              <a:cs typeface="Arial" panose="020B0604020202020204"/>
              <a:sym typeface="Arial" panose="020B0604020202020204"/>
            </a:endParaRPr>
          </a:p>
        </p:txBody>
      </p:sp>
      <p:sp>
        <p:nvSpPr>
          <p:cNvPr id="152" name="Google Shape;152;p22"/>
          <p:cNvSpPr txBox="1"/>
          <p:nvPr/>
        </p:nvSpPr>
        <p:spPr>
          <a:xfrm>
            <a:off x="7486650" y="1714500"/>
            <a:ext cx="376237" cy="55403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FFD95C"/>
              </a:buClr>
              <a:buSzPts val="3000"/>
              <a:buFont typeface="Calibri" panose="020F0502020204030204"/>
              <a:buNone/>
            </a:pPr>
            <a:r>
              <a:rPr lang="en-US" sz="3000" b="1" i="0" u="none">
                <a:solidFill>
                  <a:srgbClr val="FFD95C"/>
                </a:solidFill>
                <a:latin typeface="Calibri" panose="020F0502020204030204"/>
                <a:ea typeface="Calibri" panose="020F0502020204030204"/>
                <a:cs typeface="Calibri" panose="020F0502020204030204"/>
                <a:sym typeface="Calibri" panose="020F0502020204030204"/>
              </a:rPr>
              <a:t>*</a:t>
            </a:r>
            <a:endParaRPr lang="en-US" sz="3000" b="1" i="0" u="none">
              <a:solidFill>
                <a:srgbClr val="FFD95C"/>
              </a:solidFill>
              <a:latin typeface="Calibri" panose="020F0502020204030204"/>
              <a:ea typeface="Calibri" panose="020F0502020204030204"/>
              <a:cs typeface="Calibri" panose="020F0502020204030204"/>
              <a:sym typeface="Calibri" panose="020F0502020204030204"/>
            </a:endParaRPr>
          </a:p>
        </p:txBody>
      </p:sp>
      <p:sp>
        <p:nvSpPr>
          <p:cNvPr id="153" name="Google Shape;153;p22"/>
          <p:cNvSpPr txBox="1"/>
          <p:nvPr/>
        </p:nvSpPr>
        <p:spPr>
          <a:xfrm>
            <a:off x="1600200" y="1568450"/>
            <a:ext cx="5943600" cy="1085850"/>
          </a:xfrm>
          <a:prstGeom prst="rect">
            <a:avLst/>
          </a:prstGeom>
          <a:noFill/>
          <a:ln>
            <a:noFill/>
          </a:ln>
        </p:spPr>
        <p:txBody>
          <a:bodyPr spcFirstLastPara="1" wrap="square" lIns="91425" tIns="45700" rIns="91425" bIns="45700" anchor="t" anchorCtr="0">
            <a:spAutoFit/>
          </a:bodyPr>
          <a:lstStyle/>
          <a:p>
            <a:pPr marL="213995" marR="0" lvl="0" indent="-213995" algn="just" rtl="0">
              <a:lnSpc>
                <a:spcPct val="100000"/>
              </a:lnSpc>
              <a:spcBef>
                <a:spcPts val="0"/>
              </a:spcBef>
              <a:spcAft>
                <a:spcPts val="0"/>
              </a:spcAft>
              <a:buClr>
                <a:schemeClr val="dk1"/>
              </a:buClr>
              <a:buSzPts val="1500"/>
              <a:buFont typeface="Arial" panose="020B0604020202020204"/>
              <a:buNone/>
            </a:pPr>
            <a:r>
              <a:rPr lang="en-US" sz="1500" b="0" i="0" u="none">
                <a:solidFill>
                  <a:schemeClr val="dk1"/>
                </a:solidFill>
                <a:latin typeface="Arial" panose="020B0604020202020204"/>
                <a:ea typeface="Arial" panose="020B0604020202020204"/>
                <a:cs typeface="Arial" panose="020B0604020202020204"/>
                <a:sym typeface="Arial" panose="020B0604020202020204"/>
              </a:rPr>
              <a:t>Government actions which affects the operations of a </a:t>
            </a:r>
            <a:endParaRPr lang="en-US" sz="1500" b="0" i="0" u="none">
              <a:solidFill>
                <a:schemeClr val="dk1"/>
              </a:solidFill>
              <a:latin typeface="Arial" panose="020B0604020202020204"/>
              <a:ea typeface="Arial" panose="020B0604020202020204"/>
              <a:cs typeface="Arial" panose="020B0604020202020204"/>
              <a:sym typeface="Arial" panose="020B0604020202020204"/>
            </a:endParaRPr>
          </a:p>
          <a:p>
            <a:pPr marL="213995" marR="0" lvl="0" indent="-213995" algn="just" rtl="0">
              <a:lnSpc>
                <a:spcPct val="100000"/>
              </a:lnSpc>
              <a:spcBef>
                <a:spcPts val="0"/>
              </a:spcBef>
              <a:spcAft>
                <a:spcPts val="0"/>
              </a:spcAft>
              <a:buClr>
                <a:schemeClr val="dk1"/>
              </a:buClr>
              <a:buSzPts val="1500"/>
              <a:buFont typeface="Arial" panose="020B0604020202020204"/>
              <a:buNone/>
            </a:pPr>
            <a:r>
              <a:rPr lang="en-US" sz="1500" b="0" i="0" u="none">
                <a:solidFill>
                  <a:schemeClr val="dk1"/>
                </a:solidFill>
                <a:latin typeface="Arial" panose="020B0604020202020204"/>
                <a:ea typeface="Arial" panose="020B0604020202020204"/>
                <a:cs typeface="Arial" panose="020B0604020202020204"/>
                <a:sym typeface="Arial" panose="020B0604020202020204"/>
              </a:rPr>
              <a:t>company or business. </a:t>
            </a:r>
            <a:r>
              <a:rPr lang="en-US" sz="1500" b="0" i="0" u="none">
                <a:solidFill>
                  <a:schemeClr val="dk1"/>
                </a:solidFill>
                <a:latin typeface="Helvetica Neue" panose="020B0604020202020204"/>
                <a:ea typeface="Helvetica Neue" panose="020B0604020202020204"/>
                <a:cs typeface="Helvetica Neue" panose="020B0604020202020204"/>
                <a:sym typeface="Helvetica Neue" panose="020B0604020202020204"/>
              </a:rPr>
              <a:t>A government can promote business </a:t>
            </a:r>
            <a:endParaRPr lang="en-US" sz="1500" b="0" i="0" u="none">
              <a:solidFill>
                <a:schemeClr val="dk1"/>
              </a:solidFill>
              <a:latin typeface="Helvetica Neue" panose="020B0604020202020204"/>
              <a:ea typeface="Helvetica Neue" panose="020B0604020202020204"/>
              <a:cs typeface="Helvetica Neue" panose="020B0604020202020204"/>
              <a:sym typeface="Helvetica Neue" panose="020B0604020202020204"/>
            </a:endParaRPr>
          </a:p>
          <a:p>
            <a:pPr marL="213995" marR="0" lvl="0" indent="-213995" algn="just" rtl="0">
              <a:lnSpc>
                <a:spcPct val="100000"/>
              </a:lnSpc>
              <a:spcBef>
                <a:spcPts val="0"/>
              </a:spcBef>
              <a:spcAft>
                <a:spcPts val="0"/>
              </a:spcAft>
              <a:buClr>
                <a:schemeClr val="dk1"/>
              </a:buClr>
              <a:buSzPts val="1500"/>
              <a:buFont typeface="Helvetica Neue" panose="020B0604020202020204"/>
              <a:buNone/>
            </a:pPr>
            <a:r>
              <a:rPr lang="en-US" sz="1500" b="0" i="0" u="none">
                <a:solidFill>
                  <a:schemeClr val="dk1"/>
                </a:solidFill>
                <a:latin typeface="Helvetica Neue" panose="020B0604020202020204"/>
                <a:ea typeface="Helvetica Neue" panose="020B0604020202020204"/>
                <a:cs typeface="Helvetica Neue" panose="020B0604020202020204"/>
                <a:sym typeface="Helvetica Neue" panose="020B0604020202020204"/>
              </a:rPr>
              <a:t>through:</a:t>
            </a:r>
            <a:endParaRPr lang="en-US" sz="1500" b="0" i="0" u="none">
              <a:solidFill>
                <a:schemeClr val="dk1"/>
              </a:solidFill>
              <a:latin typeface="Helvetica Neue" panose="020B0604020202020204"/>
              <a:ea typeface="Helvetica Neue" panose="020B0604020202020204"/>
              <a:cs typeface="Helvetica Neue" panose="020B0604020202020204"/>
              <a:sym typeface="Helvetica Neue" panose="020B0604020202020204"/>
            </a:endParaRPr>
          </a:p>
          <a:p>
            <a:pPr marL="0" marR="0" lvl="0" indent="0" algn="l" rtl="0">
              <a:lnSpc>
                <a:spcPct val="100000"/>
              </a:lnSpc>
              <a:spcBef>
                <a:spcPts val="0"/>
              </a:spcBef>
              <a:spcAft>
                <a:spcPts val="0"/>
              </a:spcAft>
              <a:buNone/>
            </a:pPr>
            <a:endParaRPr sz="1500" b="0" i="0" u="none">
              <a:solidFill>
                <a:schemeClr val="dk1"/>
              </a:solidFill>
              <a:latin typeface="Helvetica Neue" panose="020B0604020202020204"/>
              <a:ea typeface="Helvetica Neue" panose="020B0604020202020204"/>
              <a:cs typeface="Helvetica Neue" panose="020B0604020202020204"/>
              <a:sym typeface="Helvetica Neue" panose="020B0604020202020204"/>
            </a:endParaRPr>
          </a:p>
        </p:txBody>
      </p:sp>
      <p:sp>
        <p:nvSpPr>
          <p:cNvPr id="154" name="Google Shape;154;p22"/>
          <p:cNvSpPr txBox="1"/>
          <p:nvPr>
            <p:ph type="ctrTitle"/>
          </p:nvPr>
        </p:nvSpPr>
        <p:spPr>
          <a:xfrm>
            <a:off x="1657350" y="196850"/>
            <a:ext cx="5829300" cy="1103312"/>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rgbClr val="007FA3"/>
              </a:buClr>
              <a:buSzPts val="2400"/>
              <a:buFont typeface="Helvetica Neue" panose="020B0604020202020204"/>
              <a:buNone/>
            </a:pPr>
            <a:r>
              <a:rPr lang="en-US" sz="2400" b="1" i="0" u="none">
                <a:solidFill>
                  <a:srgbClr val="007FA3"/>
                </a:solidFill>
                <a:latin typeface="Helvetica Neue" panose="020B0604020202020204"/>
                <a:ea typeface="Helvetica Neue" panose="020B0604020202020204"/>
                <a:cs typeface="Helvetica Neue" panose="020B0604020202020204"/>
                <a:sym typeface="Helvetica Neue" panose="020B0604020202020204"/>
              </a:rPr>
              <a:t>1. </a:t>
            </a:r>
            <a:r>
              <a:rPr lang="en-GB" altLang="en-US" sz="2400" b="1" i="0" u="none">
                <a:solidFill>
                  <a:srgbClr val="007FA3"/>
                </a:solidFill>
                <a:latin typeface="Helvetica Neue" panose="020B0604020202020204"/>
                <a:ea typeface="Helvetica Neue" panose="020B0604020202020204"/>
                <a:cs typeface="Helvetica Neue" panose="020B0604020202020204"/>
                <a:sym typeface="Helvetica Neue" panose="020B0604020202020204"/>
              </a:rPr>
              <a:t>Political, </a:t>
            </a:r>
            <a:r>
              <a:rPr lang="en-US" sz="2400" b="1" i="0" u="none">
                <a:solidFill>
                  <a:srgbClr val="007FA3"/>
                </a:solidFill>
                <a:latin typeface="Helvetica Neue" panose="020B0604020202020204"/>
                <a:ea typeface="Helvetica Neue" panose="020B0604020202020204"/>
                <a:cs typeface="Helvetica Neue" panose="020B0604020202020204"/>
                <a:sym typeface="Helvetica Neue" panose="020B0604020202020204"/>
              </a:rPr>
              <a:t>Economic &amp; Legal Environment</a:t>
            </a:r>
            <a:endParaRPr lang="en-US" sz="2400" b="1" i="0" u="none">
              <a:solidFill>
                <a:srgbClr val="007FA3"/>
              </a:solidFill>
              <a:latin typeface="Helvetica Neue" panose="020B0604020202020204"/>
              <a:ea typeface="Helvetica Neue" panose="020B0604020202020204"/>
              <a:cs typeface="Helvetica Neue" panose="020B0604020202020204"/>
              <a:sym typeface="Helvetica Neue" panose="020B0604020202020204"/>
            </a:endParaRPr>
          </a:p>
        </p:txBody>
      </p:sp>
      <p:sp>
        <p:nvSpPr>
          <p:cNvPr id="155" name="Google Shape;155;p22"/>
          <p:cNvSpPr txBox="1"/>
          <p:nvPr/>
        </p:nvSpPr>
        <p:spPr>
          <a:xfrm>
            <a:off x="6572250" y="5657850"/>
            <a:ext cx="1428750" cy="3429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chemeClr val="dk1"/>
              </a:buClr>
              <a:buSzPts val="900"/>
              <a:buFont typeface="Times New Roman" panose="02020603050405020304"/>
              <a:buNone/>
            </a:pPr>
            <a:r>
              <a:rPr lang="en-US" sz="9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1-</a:t>
            </a:r>
            <a:fld id="{00000000-1234-1234-1234-123412341234}" type="slidenum">
              <a:rPr lang="en-US" sz="9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fld>
            <a:endParaRPr lang="en-US" sz="9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156" name="Google Shape;156;p22"/>
          <p:cNvPicPr preferRelativeResize="0"/>
          <p:nvPr/>
        </p:nvPicPr>
        <p:blipFill rotWithShape="1">
          <a:blip r:embed="rId1"/>
          <a:srcRect/>
          <a:stretch>
            <a:fillRect/>
          </a:stretch>
        </p:blipFill>
        <p:spPr>
          <a:xfrm>
            <a:off x="2389187" y="2249487"/>
            <a:ext cx="4572000" cy="3071812"/>
          </a:xfrm>
          <a:prstGeom prst="rect">
            <a:avLst/>
          </a:prstGeom>
          <a:noFill/>
          <a:ln>
            <a:noFill/>
          </a:ln>
        </p:spPr>
      </p:pic>
      <p:sp>
        <p:nvSpPr>
          <p:cNvPr id="157" name="Google Shape;157;p22"/>
          <p:cNvSpPr txBox="1"/>
          <p:nvPr/>
        </p:nvSpPr>
        <p:spPr>
          <a:xfrm>
            <a:off x="4165600" y="6356350"/>
            <a:ext cx="3860800" cy="36512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panose="020B0604020202020204"/>
              <a:ea typeface="Arial" panose="020B0604020202020204"/>
              <a:cs typeface="Arial" panose="020B0604020202020204"/>
              <a:sym typeface="Arial" panose="020B0604020202020204"/>
            </a:endParaRPr>
          </a:p>
        </p:txBody>
      </p:sp>
      <p:sp>
        <p:nvSpPr>
          <p:cNvPr id="158" name="Google Shape;158;p22"/>
          <p:cNvSpPr txBox="1"/>
          <p:nvPr/>
        </p:nvSpPr>
        <p:spPr>
          <a:xfrm>
            <a:off x="8737600" y="6356350"/>
            <a:ext cx="28448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Calibri" panose="020F0502020204030204"/>
              <a:buNone/>
            </a:pPr>
            <a:fld id="{00000000-1234-1234-1234-123412341234}" type="slidenum">
              <a:rPr lang="en-US" sz="1200" b="0" i="0" u="none">
                <a:solidFill>
                  <a:srgbClr val="898989"/>
                </a:solidFill>
                <a:latin typeface="Calibri" panose="020F0502020204030204"/>
                <a:ea typeface="Calibri" panose="020F0502020204030204"/>
                <a:cs typeface="Calibri" panose="020F0502020204030204"/>
                <a:sym typeface="Calibri" panose="020F0502020204030204"/>
              </a:rPr>
            </a:fld>
            <a:endParaRPr lang="en-US" sz="1200" b="0" i="0" u="none">
              <a:solidFill>
                <a:srgbClr val="898989"/>
              </a:solidFill>
              <a:latin typeface="Calibri" panose="020F0502020204030204"/>
              <a:ea typeface="Calibri" panose="020F0502020204030204"/>
              <a:cs typeface="Calibri" panose="020F0502020204030204"/>
              <a:sym typeface="Calibri" panose="020F0502020204030204"/>
            </a:endParaRPr>
          </a:p>
        </p:txBody>
      </p:sp>
      <p:pic>
        <p:nvPicPr>
          <p:cNvPr id="159" name="Google Shape;159;p22"/>
          <p:cNvPicPr preferRelativeResize="0"/>
          <p:nvPr/>
        </p:nvPicPr>
        <p:blipFill rotWithShape="1">
          <a:blip r:embed="rId2"/>
          <a:srcRect/>
          <a:stretch>
            <a:fillRect/>
          </a:stretch>
        </p:blipFill>
        <p:spPr>
          <a:xfrm>
            <a:off x="6350" y="6356350"/>
            <a:ext cx="9144000" cy="479425"/>
          </a:xfrm>
          <a:prstGeom prst="rect">
            <a:avLst/>
          </a:prstGeom>
          <a:noFill/>
          <a:ln>
            <a:noFill/>
          </a:ln>
        </p:spPr>
      </p:pic>
      <p:pic>
        <p:nvPicPr>
          <p:cNvPr id="160" name="Google Shape;160;p22"/>
          <p:cNvPicPr preferRelativeResize="0"/>
          <p:nvPr/>
        </p:nvPicPr>
        <p:blipFill rotWithShape="1">
          <a:blip r:embed="rId3"/>
          <a:srcRect/>
          <a:stretch>
            <a:fillRect/>
          </a:stretch>
        </p:blipFill>
        <p:spPr>
          <a:xfrm>
            <a:off x="7510462" y="5338762"/>
            <a:ext cx="1549400" cy="709612"/>
          </a:xfrm>
          <a:prstGeom prst="rect">
            <a:avLst/>
          </a:prstGeom>
          <a:noFill/>
          <a:ln>
            <a:noFill/>
          </a:ln>
        </p:spPr>
      </p:pic>
      <p:pic>
        <p:nvPicPr>
          <p:cNvPr id="161" name="Google Shape;161;p22" descr="BracU Logo | Brac University"/>
          <p:cNvPicPr preferRelativeResize="0"/>
          <p:nvPr/>
        </p:nvPicPr>
        <p:blipFill rotWithShape="1">
          <a:blip r:embed="rId4"/>
          <a:srcRect/>
          <a:stretch>
            <a:fillRect/>
          </a:stretch>
        </p:blipFill>
        <p:spPr>
          <a:xfrm>
            <a:off x="84137" y="5375275"/>
            <a:ext cx="1549400" cy="8001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85" name="Shape 185"/>
        <p:cNvGrpSpPr/>
        <p:nvPr/>
      </p:nvGrpSpPr>
      <p:grpSpPr>
        <a:xfrm>
          <a:off x="0" y="0"/>
          <a:ext cx="0" cy="0"/>
          <a:chOff x="0" y="0"/>
          <a:chExt cx="0" cy="0"/>
        </a:xfrm>
      </p:grpSpPr>
      <p:sp>
        <p:nvSpPr>
          <p:cNvPr id="186" name="Google Shape;186;p24"/>
          <p:cNvSpPr txBox="1"/>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Clr>
                <a:schemeClr val="dk1"/>
              </a:buClr>
              <a:buSzPts val="3200"/>
              <a:buFont typeface="Arial" panose="020B0604020202020204"/>
              <a:buNone/>
            </a:pPr>
          </a:p>
        </p:txBody>
      </p:sp>
      <p:sp>
        <p:nvSpPr>
          <p:cNvPr id="187" name="Google Shape;187;p24"/>
          <p:cNvSpPr/>
          <p:nvPr/>
        </p:nvSpPr>
        <p:spPr>
          <a:xfrm>
            <a:off x="1517650" y="1206500"/>
            <a:ext cx="6115050" cy="4686300"/>
          </a:xfrm>
          <a:prstGeom prst="roundRect">
            <a:avLst>
              <a:gd name="adj" fmla="val 16667"/>
            </a:avLst>
          </a:prstGeom>
          <a:solidFill>
            <a:srgbClr val="FFD95C"/>
          </a:solidFill>
          <a:ln w="9525" cap="flat" cmpd="sng">
            <a:solidFill>
              <a:srgbClr val="F7A427"/>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panose="020B0604020202020204"/>
              <a:ea typeface="Arial" panose="020B0604020202020204"/>
              <a:cs typeface="Arial" panose="020B0604020202020204"/>
              <a:sym typeface="Arial" panose="020B0604020202020204"/>
            </a:endParaRPr>
          </a:p>
        </p:txBody>
      </p:sp>
      <p:sp>
        <p:nvSpPr>
          <p:cNvPr id="188" name="Google Shape;188;p24"/>
          <p:cNvSpPr txBox="1"/>
          <p:nvPr/>
        </p:nvSpPr>
        <p:spPr>
          <a:xfrm>
            <a:off x="7486650" y="1714500"/>
            <a:ext cx="376237" cy="55403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FFD95C"/>
              </a:buClr>
              <a:buSzPts val="3000"/>
              <a:buFont typeface="Calibri" panose="020F0502020204030204"/>
              <a:buNone/>
            </a:pPr>
            <a:r>
              <a:rPr lang="en-US" sz="3000" b="1" i="0" u="none">
                <a:solidFill>
                  <a:srgbClr val="FFD95C"/>
                </a:solidFill>
                <a:latin typeface="Calibri" panose="020F0502020204030204"/>
                <a:ea typeface="Calibri" panose="020F0502020204030204"/>
                <a:cs typeface="Calibri" panose="020F0502020204030204"/>
                <a:sym typeface="Calibri" panose="020F0502020204030204"/>
              </a:rPr>
              <a:t>*</a:t>
            </a:r>
            <a:endParaRPr lang="en-US" sz="3000" b="1" i="0" u="none">
              <a:solidFill>
                <a:srgbClr val="FFD95C"/>
              </a:solidFill>
              <a:latin typeface="Calibri" panose="020F0502020204030204"/>
              <a:ea typeface="Calibri" panose="020F0502020204030204"/>
              <a:cs typeface="Calibri" panose="020F0502020204030204"/>
              <a:sym typeface="Calibri" panose="020F0502020204030204"/>
            </a:endParaRPr>
          </a:p>
        </p:txBody>
      </p:sp>
      <p:sp>
        <p:nvSpPr>
          <p:cNvPr id="189" name="Google Shape;189;p24"/>
          <p:cNvSpPr txBox="1"/>
          <p:nvPr/>
        </p:nvSpPr>
        <p:spPr>
          <a:xfrm>
            <a:off x="1252537" y="1320800"/>
            <a:ext cx="5857875" cy="3924300"/>
          </a:xfrm>
          <a:prstGeom prst="rect">
            <a:avLst/>
          </a:prstGeom>
          <a:noFill/>
          <a:ln>
            <a:noFill/>
          </a:ln>
        </p:spPr>
        <p:txBody>
          <a:bodyPr spcFirstLastPara="1" wrap="square" lIns="91425" tIns="45700" rIns="91425" bIns="45700" anchor="t" anchorCtr="0">
            <a:spAutoFit/>
          </a:bodyPr>
          <a:lstStyle/>
          <a:p>
            <a:pPr marL="213995" marR="0" lvl="0" indent="-150495" algn="l" rtl="0">
              <a:lnSpc>
                <a:spcPct val="100000"/>
              </a:lnSpc>
              <a:spcBef>
                <a:spcPts val="0"/>
              </a:spcBef>
              <a:spcAft>
                <a:spcPts val="0"/>
              </a:spcAft>
              <a:buClr>
                <a:schemeClr val="dk1"/>
              </a:buClr>
              <a:buSzPts val="1000"/>
              <a:buFont typeface="Arial" panose="020B0604020202020204"/>
              <a:buNone/>
            </a:pPr>
            <a:endParaRPr sz="1000" b="0" i="0" u="none">
              <a:solidFill>
                <a:schemeClr val="dk1"/>
              </a:solidFill>
              <a:latin typeface="Helvetica Neue" panose="020B0604020202020204"/>
              <a:ea typeface="Helvetica Neue" panose="020B0604020202020204"/>
              <a:cs typeface="Helvetica Neue" panose="020B0604020202020204"/>
              <a:sym typeface="Helvetica Neue" panose="020B0604020202020204"/>
            </a:endParaRPr>
          </a:p>
          <a:p>
            <a:pPr marL="213995" marR="0" lvl="0" indent="-213995" algn="l" rtl="0">
              <a:lnSpc>
                <a:spcPct val="100000"/>
              </a:lnSpc>
              <a:spcBef>
                <a:spcPts val="0"/>
              </a:spcBef>
              <a:spcAft>
                <a:spcPts val="0"/>
              </a:spcAft>
              <a:buClr>
                <a:schemeClr val="dk1"/>
              </a:buClr>
              <a:buSzPts val="1200"/>
              <a:buFont typeface="Helvetica Neue" panose="020B0604020202020204"/>
              <a:buNone/>
            </a:pPr>
            <a:r>
              <a:rPr lang="en-US" sz="1200" b="1" i="0" u="none">
                <a:solidFill>
                  <a:schemeClr val="dk1"/>
                </a:solidFill>
                <a:latin typeface="Helvetica Neue" panose="020B0604020202020204"/>
                <a:ea typeface="Helvetica Neue" panose="020B0604020202020204"/>
                <a:cs typeface="Helvetica Neue" panose="020B0604020202020204"/>
                <a:sym typeface="Helvetica Neue" panose="020B0604020202020204"/>
              </a:rPr>
              <a:t>    </a:t>
            </a:r>
            <a:endParaRPr lang="en-US" sz="1200" b="1" i="0" u="none">
              <a:solidFill>
                <a:schemeClr val="dk1"/>
              </a:solidFill>
              <a:latin typeface="Helvetica Neue" panose="020B0604020202020204"/>
              <a:ea typeface="Helvetica Neue" panose="020B0604020202020204"/>
              <a:cs typeface="Helvetica Neue" panose="020B0604020202020204"/>
              <a:sym typeface="Helvetica Neue" panose="020B0604020202020204"/>
            </a:endParaRPr>
          </a:p>
          <a:p>
            <a:pPr marL="213995" marR="0" lvl="0" indent="-213995" algn="l" rtl="0">
              <a:lnSpc>
                <a:spcPct val="100000"/>
              </a:lnSpc>
              <a:spcBef>
                <a:spcPts val="0"/>
              </a:spcBef>
              <a:spcAft>
                <a:spcPts val="0"/>
              </a:spcAft>
              <a:buClr>
                <a:schemeClr val="dk1"/>
              </a:buClr>
              <a:buSzPts val="1200"/>
              <a:buFont typeface="Helvetica Neue" panose="020B0604020202020204"/>
              <a:buNone/>
            </a:pPr>
            <a:r>
              <a:rPr lang="en-US" sz="1200" b="1" i="0" u="none">
                <a:solidFill>
                  <a:schemeClr val="dk1"/>
                </a:solidFill>
                <a:latin typeface="Helvetica Neue" panose="020B0604020202020204"/>
                <a:ea typeface="Helvetica Neue" panose="020B0604020202020204"/>
                <a:cs typeface="Helvetica Neue" panose="020B0604020202020204"/>
                <a:sym typeface="Helvetica Neue" panose="020B0604020202020204"/>
              </a:rPr>
              <a:t>     Technology -- </a:t>
            </a:r>
            <a:r>
              <a:rPr lang="en-US" sz="1200" b="0" i="1" u="none">
                <a:solidFill>
                  <a:schemeClr val="dk1"/>
                </a:solidFill>
                <a:latin typeface="Helvetica Neue" panose="020B0604020202020204"/>
                <a:ea typeface="Helvetica Neue" panose="020B0604020202020204"/>
                <a:cs typeface="Helvetica Neue" panose="020B0604020202020204"/>
                <a:sym typeface="Helvetica Neue" panose="020B0604020202020204"/>
              </a:rPr>
              <a:t>Everything from phones  to copiers and the various </a:t>
            </a:r>
            <a:endParaRPr lang="en-US" sz="1200" b="0" i="1" u="none">
              <a:solidFill>
                <a:schemeClr val="dk1"/>
              </a:solidFill>
              <a:latin typeface="Helvetica Neue" panose="020B0604020202020204"/>
              <a:ea typeface="Helvetica Neue" panose="020B0604020202020204"/>
              <a:cs typeface="Helvetica Neue" panose="020B0604020202020204"/>
              <a:sym typeface="Helvetica Neue" panose="020B0604020202020204"/>
            </a:endParaRPr>
          </a:p>
          <a:p>
            <a:pPr marL="213995" marR="0" lvl="0" indent="-213995" algn="l" rtl="0">
              <a:lnSpc>
                <a:spcPct val="100000"/>
              </a:lnSpc>
              <a:spcBef>
                <a:spcPts val="0"/>
              </a:spcBef>
              <a:spcAft>
                <a:spcPts val="0"/>
              </a:spcAft>
              <a:buClr>
                <a:schemeClr val="dk1"/>
              </a:buClr>
              <a:buSzPts val="1200"/>
              <a:buFont typeface="Helvetica Neue" panose="020B0604020202020204"/>
              <a:buNone/>
            </a:pPr>
            <a:r>
              <a:rPr lang="en-US" sz="1200" b="0" i="1" u="none">
                <a:solidFill>
                  <a:schemeClr val="dk1"/>
                </a:solidFill>
                <a:latin typeface="Helvetica Neue" panose="020B0604020202020204"/>
                <a:ea typeface="Helvetica Neue" panose="020B0604020202020204"/>
                <a:cs typeface="Helvetica Neue" panose="020B0604020202020204"/>
                <a:sym typeface="Helvetica Neue" panose="020B0604020202020204"/>
              </a:rPr>
              <a:t>      software programs that make businesses more  effective, efficient </a:t>
            </a:r>
            <a:endParaRPr lang="en-US" sz="1200" b="0" i="1" u="none">
              <a:solidFill>
                <a:schemeClr val="dk1"/>
              </a:solidFill>
              <a:latin typeface="Helvetica Neue" panose="020B0604020202020204"/>
              <a:ea typeface="Helvetica Neue" panose="020B0604020202020204"/>
              <a:cs typeface="Helvetica Neue" panose="020B0604020202020204"/>
              <a:sym typeface="Helvetica Neue" panose="020B0604020202020204"/>
            </a:endParaRPr>
          </a:p>
          <a:p>
            <a:pPr marL="213995" marR="0" lvl="0" indent="-213995" algn="l" rtl="0">
              <a:lnSpc>
                <a:spcPct val="100000"/>
              </a:lnSpc>
              <a:spcBef>
                <a:spcPts val="0"/>
              </a:spcBef>
              <a:spcAft>
                <a:spcPts val="0"/>
              </a:spcAft>
              <a:buClr>
                <a:schemeClr val="dk1"/>
              </a:buClr>
              <a:buSzPts val="1200"/>
              <a:buFont typeface="Helvetica Neue" panose="020B0604020202020204"/>
              <a:buNone/>
            </a:pPr>
            <a:r>
              <a:rPr lang="en-US" sz="1200" b="0" i="1" u="none">
                <a:solidFill>
                  <a:schemeClr val="dk1"/>
                </a:solidFill>
                <a:latin typeface="Helvetica Neue" panose="020B0604020202020204"/>
                <a:ea typeface="Helvetica Neue" panose="020B0604020202020204"/>
                <a:cs typeface="Helvetica Neue" panose="020B0604020202020204"/>
                <a:sym typeface="Helvetica Neue" panose="020B0604020202020204"/>
              </a:rPr>
              <a:t>      and productive.</a:t>
            </a:r>
            <a:endParaRPr lang="en-US" sz="1200" b="0" i="1" u="none">
              <a:solidFill>
                <a:schemeClr val="dk1"/>
              </a:solidFill>
              <a:latin typeface="Helvetica Neue" panose="020B0604020202020204"/>
              <a:ea typeface="Helvetica Neue" panose="020B0604020202020204"/>
              <a:cs typeface="Helvetica Neue" panose="020B0604020202020204"/>
              <a:sym typeface="Helvetica Neue" panose="020B0604020202020204"/>
            </a:endParaRPr>
          </a:p>
          <a:p>
            <a:pPr marL="213995" marR="0" lvl="0" indent="-137795" algn="l" rtl="0">
              <a:lnSpc>
                <a:spcPct val="100000"/>
              </a:lnSpc>
              <a:spcBef>
                <a:spcPts val="0"/>
              </a:spcBef>
              <a:spcAft>
                <a:spcPts val="0"/>
              </a:spcAft>
              <a:buClr>
                <a:schemeClr val="dk1"/>
              </a:buClr>
              <a:buSzPts val="1200"/>
              <a:buFont typeface="Arial" panose="020B0604020202020204"/>
              <a:buNone/>
            </a:pPr>
            <a:endParaRPr sz="1200" b="1" i="0" u="none">
              <a:solidFill>
                <a:schemeClr val="dk1"/>
              </a:solidFill>
              <a:latin typeface="Helvetica Neue" panose="020B0604020202020204"/>
              <a:ea typeface="Helvetica Neue" panose="020B0604020202020204"/>
              <a:cs typeface="Helvetica Neue" panose="020B0604020202020204"/>
              <a:sym typeface="Helvetica Neue" panose="020B0604020202020204"/>
            </a:endParaRPr>
          </a:p>
          <a:p>
            <a:pPr marL="213995" marR="0" lvl="0" indent="-213995" algn="l" rtl="0">
              <a:lnSpc>
                <a:spcPct val="100000"/>
              </a:lnSpc>
              <a:spcBef>
                <a:spcPts val="0"/>
              </a:spcBef>
              <a:spcAft>
                <a:spcPts val="0"/>
              </a:spcAft>
              <a:buClr>
                <a:schemeClr val="dk1"/>
              </a:buClr>
              <a:buSzPts val="1200"/>
              <a:buFont typeface="Arial" panose="020B0604020202020204"/>
              <a:buChar char="•"/>
            </a:pPr>
            <a:r>
              <a:rPr lang="en-US" sz="1200" b="1" i="0" u="none">
                <a:solidFill>
                  <a:schemeClr val="dk1"/>
                </a:solidFill>
                <a:latin typeface="Helvetica Neue" panose="020B0604020202020204"/>
                <a:ea typeface="Helvetica Neue" panose="020B0604020202020204"/>
                <a:cs typeface="Helvetica Neue" panose="020B0604020202020204"/>
                <a:sym typeface="Helvetica Neue" panose="020B0604020202020204"/>
              </a:rPr>
              <a:t>Effectiveness -- </a:t>
            </a:r>
            <a:r>
              <a:rPr lang="en-US" sz="1200" b="0" i="1" u="none">
                <a:solidFill>
                  <a:schemeClr val="dk1"/>
                </a:solidFill>
                <a:latin typeface="Helvetica Neue" panose="020B0604020202020204"/>
                <a:ea typeface="Helvetica Neue" panose="020B0604020202020204"/>
                <a:cs typeface="Helvetica Neue" panose="020B0604020202020204"/>
                <a:sym typeface="Helvetica Neue" panose="020B0604020202020204"/>
              </a:rPr>
              <a:t>Producing the desired result.</a:t>
            </a:r>
            <a:endParaRPr lang="en-US" sz="1200" b="0" i="1" u="none">
              <a:solidFill>
                <a:schemeClr val="dk1"/>
              </a:solidFill>
              <a:latin typeface="Helvetica Neue" panose="020B0604020202020204"/>
              <a:ea typeface="Helvetica Neue" panose="020B0604020202020204"/>
              <a:cs typeface="Helvetica Neue" panose="020B0604020202020204"/>
              <a:sym typeface="Helvetica Neue" panose="020B0604020202020204"/>
            </a:endParaRPr>
          </a:p>
          <a:p>
            <a:pPr marL="213995" marR="0" lvl="0" indent="-213995" algn="l" rtl="0">
              <a:lnSpc>
                <a:spcPct val="100000"/>
              </a:lnSpc>
              <a:spcBef>
                <a:spcPts val="0"/>
              </a:spcBef>
              <a:spcAft>
                <a:spcPts val="0"/>
              </a:spcAft>
              <a:buClr>
                <a:schemeClr val="dk1"/>
              </a:buClr>
              <a:buSzPts val="1200"/>
              <a:buFont typeface="Helvetica Neue" panose="020B0604020202020204"/>
              <a:buNone/>
            </a:pPr>
            <a:r>
              <a:rPr lang="en-US" sz="1200" b="0" i="1" u="none">
                <a:solidFill>
                  <a:schemeClr val="dk1"/>
                </a:solidFill>
                <a:latin typeface="Helvetica Neue" panose="020B0604020202020204"/>
                <a:ea typeface="Helvetica Neue" panose="020B0604020202020204"/>
                <a:cs typeface="Helvetica Neue" panose="020B0604020202020204"/>
                <a:sym typeface="Helvetica Neue" panose="020B0604020202020204"/>
              </a:rPr>
              <a:t>                                (doing the right things)</a:t>
            </a:r>
            <a:endParaRPr lang="en-US" sz="1200" b="0" i="1" u="none">
              <a:solidFill>
                <a:schemeClr val="dk1"/>
              </a:solidFill>
              <a:latin typeface="Helvetica Neue" panose="020B0604020202020204"/>
              <a:ea typeface="Helvetica Neue" panose="020B0604020202020204"/>
              <a:cs typeface="Helvetica Neue" panose="020B0604020202020204"/>
              <a:sym typeface="Helvetica Neue" panose="020B0604020202020204"/>
            </a:endParaRPr>
          </a:p>
          <a:p>
            <a:pPr marL="213995" marR="0" lvl="0" indent="-137795" algn="l" rtl="0">
              <a:lnSpc>
                <a:spcPct val="100000"/>
              </a:lnSpc>
              <a:spcBef>
                <a:spcPts val="0"/>
              </a:spcBef>
              <a:spcAft>
                <a:spcPts val="0"/>
              </a:spcAft>
              <a:buClr>
                <a:schemeClr val="dk1"/>
              </a:buClr>
              <a:buSzPts val="1200"/>
              <a:buFont typeface="Arial" panose="020B0604020202020204"/>
              <a:buNone/>
            </a:pPr>
            <a:endParaRPr sz="1200" b="1" i="0" u="none">
              <a:solidFill>
                <a:schemeClr val="dk1"/>
              </a:solidFill>
              <a:latin typeface="Helvetica Neue" panose="020B0604020202020204"/>
              <a:ea typeface="Helvetica Neue" panose="020B0604020202020204"/>
              <a:cs typeface="Helvetica Neue" panose="020B0604020202020204"/>
              <a:sym typeface="Helvetica Neue" panose="020B0604020202020204"/>
            </a:endParaRPr>
          </a:p>
          <a:p>
            <a:pPr marL="213995" marR="0" lvl="0" indent="-213995" algn="l" rtl="0">
              <a:lnSpc>
                <a:spcPct val="100000"/>
              </a:lnSpc>
              <a:spcBef>
                <a:spcPts val="0"/>
              </a:spcBef>
              <a:spcAft>
                <a:spcPts val="0"/>
              </a:spcAft>
              <a:buClr>
                <a:schemeClr val="dk1"/>
              </a:buClr>
              <a:buSzPts val="1200"/>
              <a:buFont typeface="Arial" panose="020B0604020202020204"/>
              <a:buChar char="•"/>
            </a:pPr>
            <a:r>
              <a:rPr lang="en-US" sz="1200" b="1" i="0" u="none">
                <a:solidFill>
                  <a:schemeClr val="dk1"/>
                </a:solidFill>
                <a:latin typeface="Helvetica Neue" panose="020B0604020202020204"/>
                <a:ea typeface="Helvetica Neue" panose="020B0604020202020204"/>
                <a:cs typeface="Helvetica Neue" panose="020B0604020202020204"/>
                <a:sym typeface="Helvetica Neue" panose="020B0604020202020204"/>
              </a:rPr>
              <a:t>Efficiency -- </a:t>
            </a:r>
            <a:r>
              <a:rPr lang="en-US" sz="1200" b="0" i="1" u="none">
                <a:solidFill>
                  <a:schemeClr val="dk1"/>
                </a:solidFill>
                <a:latin typeface="Helvetica Neue" panose="020B0604020202020204"/>
                <a:ea typeface="Helvetica Neue" panose="020B0604020202020204"/>
                <a:cs typeface="Helvetica Neue" panose="020B0604020202020204"/>
                <a:sym typeface="Helvetica Neue" panose="020B0604020202020204"/>
              </a:rPr>
              <a:t>Producing goods and services using </a:t>
            </a:r>
            <a:endParaRPr lang="en-US" sz="1200" b="0" i="1" u="none">
              <a:solidFill>
                <a:schemeClr val="dk1"/>
              </a:solidFill>
              <a:latin typeface="Helvetica Neue" panose="020B0604020202020204"/>
              <a:ea typeface="Helvetica Neue" panose="020B0604020202020204"/>
              <a:cs typeface="Helvetica Neue" panose="020B0604020202020204"/>
              <a:sym typeface="Helvetica Neue" panose="020B0604020202020204"/>
            </a:endParaRPr>
          </a:p>
          <a:p>
            <a:pPr marL="213995" marR="0" lvl="0" indent="-213995" algn="l" rtl="0">
              <a:lnSpc>
                <a:spcPct val="100000"/>
              </a:lnSpc>
              <a:spcBef>
                <a:spcPts val="0"/>
              </a:spcBef>
              <a:spcAft>
                <a:spcPts val="0"/>
              </a:spcAft>
              <a:buClr>
                <a:schemeClr val="dk1"/>
              </a:buClr>
              <a:buSzPts val="1200"/>
              <a:buFont typeface="Helvetica Neue" panose="020B0604020202020204"/>
              <a:buNone/>
            </a:pPr>
            <a:r>
              <a:rPr lang="en-US" sz="1200" b="0" i="1" u="none">
                <a:solidFill>
                  <a:schemeClr val="dk1"/>
                </a:solidFill>
                <a:latin typeface="Helvetica Neue" panose="020B0604020202020204"/>
                <a:ea typeface="Helvetica Neue" panose="020B0604020202020204"/>
                <a:cs typeface="Helvetica Neue" panose="020B0604020202020204"/>
                <a:sym typeface="Helvetica Neue" panose="020B0604020202020204"/>
              </a:rPr>
              <a:t>      the least amount of resources. (doing thing right) </a:t>
            </a:r>
            <a:endParaRPr lang="en-US" sz="1200" b="0" i="1" u="none">
              <a:solidFill>
                <a:schemeClr val="dk1"/>
              </a:solidFill>
              <a:latin typeface="Helvetica Neue" panose="020B0604020202020204"/>
              <a:ea typeface="Helvetica Neue" panose="020B0604020202020204"/>
              <a:cs typeface="Helvetica Neue" panose="020B0604020202020204"/>
              <a:sym typeface="Helvetica Neue" panose="020B0604020202020204"/>
            </a:endParaRPr>
          </a:p>
          <a:p>
            <a:pPr marL="213995" marR="0" lvl="0" indent="-137795" algn="l" rtl="0">
              <a:lnSpc>
                <a:spcPct val="100000"/>
              </a:lnSpc>
              <a:spcBef>
                <a:spcPts val="0"/>
              </a:spcBef>
              <a:spcAft>
                <a:spcPts val="0"/>
              </a:spcAft>
              <a:buClr>
                <a:schemeClr val="dk1"/>
              </a:buClr>
              <a:buSzPts val="1200"/>
              <a:buFont typeface="Arial" panose="020B0604020202020204"/>
              <a:buNone/>
            </a:pPr>
            <a:endParaRPr sz="1200" b="1" i="0" u="none">
              <a:solidFill>
                <a:schemeClr val="dk1"/>
              </a:solidFill>
              <a:latin typeface="Helvetica Neue" panose="020B0604020202020204"/>
              <a:ea typeface="Helvetica Neue" panose="020B0604020202020204"/>
              <a:cs typeface="Helvetica Neue" panose="020B0604020202020204"/>
              <a:sym typeface="Helvetica Neue" panose="020B0604020202020204"/>
            </a:endParaRPr>
          </a:p>
          <a:p>
            <a:pPr marL="213995" marR="0" lvl="0" indent="-137795" algn="l" rtl="0">
              <a:lnSpc>
                <a:spcPct val="100000"/>
              </a:lnSpc>
              <a:spcBef>
                <a:spcPts val="0"/>
              </a:spcBef>
              <a:spcAft>
                <a:spcPts val="0"/>
              </a:spcAft>
              <a:buClr>
                <a:schemeClr val="dk1"/>
              </a:buClr>
              <a:buSzPts val="1200"/>
              <a:buFont typeface="Arial" panose="020B0604020202020204"/>
              <a:buNone/>
            </a:pPr>
            <a:endParaRPr sz="1200" b="1" i="0" u="none">
              <a:solidFill>
                <a:schemeClr val="dk1"/>
              </a:solidFill>
              <a:latin typeface="Helvetica Neue" panose="020B0604020202020204"/>
              <a:ea typeface="Helvetica Neue" panose="020B0604020202020204"/>
              <a:cs typeface="Helvetica Neue" panose="020B0604020202020204"/>
              <a:sym typeface="Helvetica Neue" panose="020B0604020202020204"/>
            </a:endParaRPr>
          </a:p>
          <a:p>
            <a:pPr marL="213995" marR="0" lvl="0" indent="-137795" algn="l" rtl="0">
              <a:lnSpc>
                <a:spcPct val="100000"/>
              </a:lnSpc>
              <a:spcBef>
                <a:spcPts val="0"/>
              </a:spcBef>
              <a:spcAft>
                <a:spcPts val="0"/>
              </a:spcAft>
              <a:buClr>
                <a:schemeClr val="dk1"/>
              </a:buClr>
              <a:buSzPts val="1200"/>
              <a:buFont typeface="Arial" panose="020B0604020202020204"/>
              <a:buNone/>
            </a:pPr>
            <a:endParaRPr sz="1200" b="1" i="0" u="none">
              <a:solidFill>
                <a:schemeClr val="dk1"/>
              </a:solidFill>
              <a:latin typeface="Helvetica Neue" panose="020B0604020202020204"/>
              <a:ea typeface="Helvetica Neue" panose="020B0604020202020204"/>
              <a:cs typeface="Helvetica Neue" panose="020B0604020202020204"/>
              <a:sym typeface="Helvetica Neue" panose="020B0604020202020204"/>
            </a:endParaRPr>
          </a:p>
          <a:p>
            <a:pPr marL="213995" marR="0" lvl="0" indent="-137795" algn="l" rtl="0">
              <a:lnSpc>
                <a:spcPct val="100000"/>
              </a:lnSpc>
              <a:spcBef>
                <a:spcPts val="0"/>
              </a:spcBef>
              <a:spcAft>
                <a:spcPts val="0"/>
              </a:spcAft>
              <a:buClr>
                <a:schemeClr val="dk1"/>
              </a:buClr>
              <a:buSzPts val="1200"/>
              <a:buFont typeface="Arial" panose="020B0604020202020204"/>
              <a:buNone/>
            </a:pPr>
            <a:endParaRPr sz="1200" b="1" i="0" u="none">
              <a:solidFill>
                <a:schemeClr val="dk1"/>
              </a:solidFill>
              <a:latin typeface="Helvetica Neue" panose="020B0604020202020204"/>
              <a:ea typeface="Helvetica Neue" panose="020B0604020202020204"/>
              <a:cs typeface="Helvetica Neue" panose="020B0604020202020204"/>
              <a:sym typeface="Helvetica Neue" panose="020B0604020202020204"/>
            </a:endParaRPr>
          </a:p>
          <a:p>
            <a:pPr marL="213995" marR="0" lvl="0" indent="-137795" algn="l" rtl="0">
              <a:lnSpc>
                <a:spcPct val="100000"/>
              </a:lnSpc>
              <a:spcBef>
                <a:spcPts val="0"/>
              </a:spcBef>
              <a:spcAft>
                <a:spcPts val="0"/>
              </a:spcAft>
              <a:buClr>
                <a:schemeClr val="dk1"/>
              </a:buClr>
              <a:buSzPts val="1200"/>
              <a:buFont typeface="Arial" panose="020B0604020202020204"/>
              <a:buNone/>
            </a:pPr>
            <a:endParaRPr sz="1200" b="1" i="0" u="none">
              <a:solidFill>
                <a:schemeClr val="dk1"/>
              </a:solidFill>
              <a:latin typeface="Helvetica Neue" panose="020B0604020202020204"/>
              <a:ea typeface="Helvetica Neue" panose="020B0604020202020204"/>
              <a:cs typeface="Helvetica Neue" panose="020B0604020202020204"/>
              <a:sym typeface="Helvetica Neue" panose="020B0604020202020204"/>
            </a:endParaRPr>
          </a:p>
          <a:p>
            <a:pPr marL="213995" marR="0" lvl="0" indent="-213995" algn="l" rtl="0">
              <a:lnSpc>
                <a:spcPct val="100000"/>
              </a:lnSpc>
              <a:spcBef>
                <a:spcPts val="0"/>
              </a:spcBef>
              <a:spcAft>
                <a:spcPts val="0"/>
              </a:spcAft>
              <a:buClr>
                <a:schemeClr val="dk1"/>
              </a:buClr>
              <a:buSzPts val="1200"/>
              <a:buFont typeface="Arial" panose="020B0604020202020204"/>
              <a:buChar char="•"/>
            </a:pPr>
            <a:r>
              <a:rPr lang="en-US" sz="1200" b="1" i="0" u="none">
                <a:solidFill>
                  <a:schemeClr val="dk1"/>
                </a:solidFill>
                <a:latin typeface="Helvetica Neue" panose="020B0604020202020204"/>
                <a:ea typeface="Helvetica Neue" panose="020B0604020202020204"/>
                <a:cs typeface="Helvetica Neue" panose="020B0604020202020204"/>
                <a:sym typeface="Helvetica Neue" panose="020B0604020202020204"/>
              </a:rPr>
              <a:t>Productivity -- </a:t>
            </a:r>
            <a:r>
              <a:rPr lang="en-US" sz="1200" b="0" i="1" u="none">
                <a:solidFill>
                  <a:schemeClr val="dk1"/>
                </a:solidFill>
                <a:latin typeface="Helvetica Neue" panose="020B0604020202020204"/>
                <a:ea typeface="Helvetica Neue" panose="020B0604020202020204"/>
                <a:cs typeface="Helvetica Neue" panose="020B0604020202020204"/>
                <a:sym typeface="Helvetica Neue" panose="020B0604020202020204"/>
              </a:rPr>
              <a:t>The amount of output you generate given the amount of input (example: hours you work).</a:t>
            </a:r>
            <a:endParaRPr lang="en-US" sz="1200" b="0" i="1" u="none">
              <a:solidFill>
                <a:schemeClr val="dk1"/>
              </a:solidFill>
              <a:latin typeface="Helvetica Neue" panose="020B0604020202020204"/>
              <a:ea typeface="Helvetica Neue" panose="020B0604020202020204"/>
              <a:cs typeface="Helvetica Neue" panose="020B0604020202020204"/>
              <a:sym typeface="Helvetica Neue" panose="020B0604020202020204"/>
            </a:endParaRPr>
          </a:p>
          <a:p>
            <a:pPr marL="213995" marR="0" lvl="0" indent="-213995" algn="l" rtl="0">
              <a:lnSpc>
                <a:spcPct val="100000"/>
              </a:lnSpc>
              <a:spcBef>
                <a:spcPts val="0"/>
              </a:spcBef>
              <a:spcAft>
                <a:spcPts val="0"/>
              </a:spcAft>
              <a:buClr>
                <a:schemeClr val="dk1"/>
              </a:buClr>
              <a:buSzPts val="1200"/>
              <a:buFont typeface="Arial" panose="020B0604020202020204"/>
              <a:buNone/>
            </a:pPr>
            <a:endParaRPr sz="1200" b="0" i="1" u="none">
              <a:solidFill>
                <a:schemeClr val="dk1"/>
              </a:solidFill>
              <a:latin typeface="Helvetica Neue" panose="020B0604020202020204"/>
              <a:ea typeface="Helvetica Neue" panose="020B0604020202020204"/>
              <a:cs typeface="Helvetica Neue" panose="020B0604020202020204"/>
              <a:sym typeface="Helvetica Neue" panose="020B0604020202020204"/>
            </a:endParaRPr>
          </a:p>
          <a:p>
            <a:pPr marL="213995" marR="0" lvl="0" indent="-213995" algn="l" rtl="0">
              <a:lnSpc>
                <a:spcPct val="100000"/>
              </a:lnSpc>
              <a:spcBef>
                <a:spcPts val="0"/>
              </a:spcBef>
              <a:spcAft>
                <a:spcPts val="0"/>
              </a:spcAft>
              <a:buClr>
                <a:schemeClr val="dk1"/>
              </a:buClr>
              <a:buSzPts val="1200"/>
              <a:buFont typeface="Helvetica Neue" panose="020B0604020202020204"/>
              <a:buNone/>
            </a:pPr>
            <a:r>
              <a:rPr lang="en-US" sz="1200" b="1" i="1" u="none">
                <a:solidFill>
                  <a:schemeClr val="dk1"/>
                </a:solidFill>
                <a:latin typeface="Helvetica Neue" panose="020B0604020202020204"/>
                <a:ea typeface="Helvetica Neue" panose="020B0604020202020204"/>
                <a:cs typeface="Helvetica Neue" panose="020B0604020202020204"/>
                <a:sym typeface="Helvetica Neue" panose="020B0604020202020204"/>
              </a:rPr>
              <a:t>                         </a:t>
            </a:r>
            <a:endParaRPr sz="1200" b="0" i="1" u="none">
              <a:solidFill>
                <a:schemeClr val="dk1"/>
              </a:solidFill>
              <a:latin typeface="Helvetica Neue" panose="020B0604020202020204"/>
              <a:ea typeface="Helvetica Neue" panose="020B0604020202020204"/>
              <a:cs typeface="Helvetica Neue" panose="020B0604020202020204"/>
              <a:sym typeface="Helvetica Neue" panose="020B0604020202020204"/>
            </a:endParaRPr>
          </a:p>
          <a:p>
            <a:pPr marL="213995" marR="0" lvl="0" indent="-213995" algn="l" rtl="0">
              <a:lnSpc>
                <a:spcPct val="100000"/>
              </a:lnSpc>
              <a:spcBef>
                <a:spcPts val="0"/>
              </a:spcBef>
              <a:spcAft>
                <a:spcPts val="0"/>
              </a:spcAft>
              <a:buClr>
                <a:schemeClr val="dk1"/>
              </a:buClr>
              <a:buSzPts val="1000"/>
              <a:buFont typeface="Helvetica Neue" panose="020B0604020202020204"/>
              <a:buNone/>
            </a:pPr>
            <a:r>
              <a:rPr lang="en-US" sz="1000" b="0" i="0" u="none">
                <a:solidFill>
                  <a:schemeClr val="dk1"/>
                </a:solidFill>
                <a:latin typeface="Helvetica Neue" panose="020B0604020202020204"/>
                <a:ea typeface="Helvetica Neue" panose="020B0604020202020204"/>
                <a:cs typeface="Helvetica Neue" panose="020B0604020202020204"/>
                <a:sym typeface="Helvetica Neue" panose="020B0604020202020204"/>
              </a:rPr>
              <a:t>  </a:t>
            </a:r>
            <a:endParaRPr lang="en-US" sz="1000" b="0" i="0" u="none">
              <a:solidFill>
                <a:schemeClr val="dk1"/>
              </a:solidFill>
              <a:latin typeface="Helvetica Neue" panose="020B0604020202020204"/>
              <a:ea typeface="Helvetica Neue" panose="020B0604020202020204"/>
              <a:cs typeface="Helvetica Neue" panose="020B0604020202020204"/>
              <a:sym typeface="Helvetica Neue" panose="020B0604020202020204"/>
            </a:endParaRPr>
          </a:p>
        </p:txBody>
      </p:sp>
      <p:sp>
        <p:nvSpPr>
          <p:cNvPr id="190" name="Google Shape;190;p24"/>
          <p:cNvSpPr txBox="1"/>
          <p:nvPr>
            <p:ph type="ctrTitle"/>
          </p:nvPr>
        </p:nvSpPr>
        <p:spPr>
          <a:xfrm>
            <a:off x="1657350" y="427037"/>
            <a:ext cx="5829300" cy="884237"/>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rgbClr val="007FA3"/>
              </a:buClr>
              <a:buSzPts val="2100"/>
              <a:buFont typeface="Helvetica Neue" panose="020B0604020202020204"/>
              <a:buNone/>
            </a:pPr>
            <a:r>
              <a:rPr lang="en-US" sz="2100" b="1" i="0" u="none">
                <a:solidFill>
                  <a:srgbClr val="007FA3"/>
                </a:solidFill>
                <a:latin typeface="Helvetica Neue" panose="020B0604020202020204"/>
                <a:ea typeface="Helvetica Neue" panose="020B0604020202020204"/>
                <a:cs typeface="Helvetica Neue" panose="020B0604020202020204"/>
                <a:sym typeface="Helvetica Neue" panose="020B0604020202020204"/>
              </a:rPr>
              <a:t>2. TECHNOLOGICAL ENVIRONMENT</a:t>
            </a:r>
            <a:endParaRPr lang="en-US" sz="2100" b="1" i="0" u="none">
              <a:solidFill>
                <a:srgbClr val="007FA3"/>
              </a:solidFill>
              <a:latin typeface="Helvetica Neue" panose="020B0604020202020204"/>
              <a:ea typeface="Helvetica Neue" panose="020B0604020202020204"/>
              <a:cs typeface="Helvetica Neue" panose="020B0604020202020204"/>
              <a:sym typeface="Helvetica Neue" panose="020B0604020202020204"/>
            </a:endParaRPr>
          </a:p>
        </p:txBody>
      </p:sp>
      <p:sp>
        <p:nvSpPr>
          <p:cNvPr id="191" name="Google Shape;191;p24"/>
          <p:cNvSpPr txBox="1"/>
          <p:nvPr/>
        </p:nvSpPr>
        <p:spPr>
          <a:xfrm>
            <a:off x="6572250" y="5657850"/>
            <a:ext cx="1428750" cy="3429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chemeClr val="dk1"/>
              </a:buClr>
              <a:buSzPts val="900"/>
              <a:buFont typeface="Times New Roman" panose="02020603050405020304"/>
              <a:buNone/>
            </a:pPr>
            <a:r>
              <a:rPr lang="en-US" sz="9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1-</a:t>
            </a:r>
            <a:fld id="{00000000-1234-1234-1234-123412341234}" type="slidenum">
              <a:rPr lang="en-US" sz="9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fld>
            <a:endParaRPr lang="en-US" sz="9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192" name="Google Shape;192;p24"/>
          <p:cNvPicPr preferRelativeResize="0"/>
          <p:nvPr/>
        </p:nvPicPr>
        <p:blipFill rotWithShape="1">
          <a:blip r:embed="rId1"/>
          <a:srcRect/>
          <a:stretch>
            <a:fillRect/>
          </a:stretch>
        </p:blipFill>
        <p:spPr>
          <a:xfrm>
            <a:off x="4983562" y="2247593"/>
            <a:ext cx="2671763" cy="1919041"/>
          </a:xfrm>
          <a:prstGeom prst="rect">
            <a:avLst/>
          </a:prstGeom>
          <a:noFill/>
          <a:ln>
            <a:noFill/>
          </a:ln>
        </p:spPr>
      </p:pic>
      <p:sp>
        <p:nvSpPr>
          <p:cNvPr id="193" name="Google Shape;193;p24"/>
          <p:cNvSpPr txBox="1"/>
          <p:nvPr/>
        </p:nvSpPr>
        <p:spPr>
          <a:xfrm>
            <a:off x="4165600" y="6356350"/>
            <a:ext cx="3860800" cy="36512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panose="020B0604020202020204"/>
              <a:ea typeface="Arial" panose="020B0604020202020204"/>
              <a:cs typeface="Arial" panose="020B0604020202020204"/>
              <a:sym typeface="Arial" panose="020B0604020202020204"/>
            </a:endParaRPr>
          </a:p>
        </p:txBody>
      </p:sp>
      <p:sp>
        <p:nvSpPr>
          <p:cNvPr id="194" name="Google Shape;194;p24"/>
          <p:cNvSpPr txBox="1"/>
          <p:nvPr/>
        </p:nvSpPr>
        <p:spPr>
          <a:xfrm>
            <a:off x="8737600" y="6356350"/>
            <a:ext cx="28448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Calibri" panose="020F0502020204030204"/>
              <a:buNone/>
            </a:pPr>
            <a:fld id="{00000000-1234-1234-1234-123412341234}" type="slidenum">
              <a:rPr lang="en-US" sz="1200" b="0" i="0" u="none">
                <a:solidFill>
                  <a:srgbClr val="898989"/>
                </a:solidFill>
                <a:latin typeface="Calibri" panose="020F0502020204030204"/>
                <a:ea typeface="Calibri" panose="020F0502020204030204"/>
                <a:cs typeface="Calibri" panose="020F0502020204030204"/>
                <a:sym typeface="Calibri" panose="020F0502020204030204"/>
              </a:rPr>
            </a:fld>
            <a:endParaRPr lang="en-US" sz="1200" b="0" i="0" u="none">
              <a:solidFill>
                <a:srgbClr val="898989"/>
              </a:solidFill>
              <a:latin typeface="Calibri" panose="020F0502020204030204"/>
              <a:ea typeface="Calibri" panose="020F0502020204030204"/>
              <a:cs typeface="Calibri" panose="020F0502020204030204"/>
              <a:sym typeface="Calibri" panose="020F0502020204030204"/>
            </a:endParaRPr>
          </a:p>
        </p:txBody>
      </p:sp>
      <p:pic>
        <p:nvPicPr>
          <p:cNvPr id="195" name="Google Shape;195;p24"/>
          <p:cNvPicPr preferRelativeResize="0"/>
          <p:nvPr/>
        </p:nvPicPr>
        <p:blipFill rotWithShape="1">
          <a:blip r:embed="rId2"/>
          <a:srcRect/>
          <a:stretch>
            <a:fillRect/>
          </a:stretch>
        </p:blipFill>
        <p:spPr>
          <a:xfrm>
            <a:off x="6350" y="6165850"/>
            <a:ext cx="9144000" cy="669925"/>
          </a:xfrm>
          <a:prstGeom prst="rect">
            <a:avLst/>
          </a:prstGeom>
          <a:noFill/>
          <a:ln>
            <a:noFill/>
          </a:ln>
        </p:spPr>
      </p:pic>
      <p:pic>
        <p:nvPicPr>
          <p:cNvPr id="196" name="Google Shape;196;p24"/>
          <p:cNvPicPr preferRelativeResize="0"/>
          <p:nvPr/>
        </p:nvPicPr>
        <p:blipFill rotWithShape="1">
          <a:blip r:embed="rId3"/>
          <a:srcRect/>
          <a:stretch>
            <a:fillRect/>
          </a:stretch>
        </p:blipFill>
        <p:spPr>
          <a:xfrm>
            <a:off x="7510462" y="5054600"/>
            <a:ext cx="1549400" cy="993775"/>
          </a:xfrm>
          <a:prstGeom prst="rect">
            <a:avLst/>
          </a:prstGeom>
          <a:noFill/>
          <a:ln>
            <a:noFill/>
          </a:ln>
        </p:spPr>
      </p:pic>
      <p:pic>
        <p:nvPicPr>
          <p:cNvPr id="197" name="Google Shape;197;p24" descr="BracU Logo | Brac University"/>
          <p:cNvPicPr preferRelativeResize="0"/>
          <p:nvPr/>
        </p:nvPicPr>
        <p:blipFill rotWithShape="1">
          <a:blip r:embed="rId4"/>
          <a:srcRect/>
          <a:stretch>
            <a:fillRect/>
          </a:stretch>
        </p:blipFill>
        <p:spPr>
          <a:xfrm>
            <a:off x="84137" y="5054600"/>
            <a:ext cx="1549400" cy="11207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221" name="Shape 221"/>
        <p:cNvGrpSpPr/>
        <p:nvPr/>
      </p:nvGrpSpPr>
      <p:grpSpPr>
        <a:xfrm>
          <a:off x="0" y="0"/>
          <a:ext cx="0" cy="0"/>
          <a:chOff x="0" y="0"/>
          <a:chExt cx="0" cy="0"/>
        </a:xfrm>
      </p:grpSpPr>
      <p:sp>
        <p:nvSpPr>
          <p:cNvPr id="222" name="Google Shape;222;p26"/>
          <p:cNvSpPr txBox="1"/>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Clr>
                <a:schemeClr val="dk1"/>
              </a:buClr>
              <a:buSzPts val="3200"/>
              <a:buFont typeface="Arial" panose="020B0604020202020204"/>
              <a:buNone/>
            </a:pPr>
          </a:p>
        </p:txBody>
      </p:sp>
      <p:sp>
        <p:nvSpPr>
          <p:cNvPr id="223" name="Google Shape;223;p26"/>
          <p:cNvSpPr/>
          <p:nvPr/>
        </p:nvSpPr>
        <p:spPr>
          <a:xfrm>
            <a:off x="1485900" y="1143000"/>
            <a:ext cx="6115050" cy="4686300"/>
          </a:xfrm>
          <a:prstGeom prst="roundRect">
            <a:avLst>
              <a:gd name="adj" fmla="val 16667"/>
            </a:avLst>
          </a:prstGeom>
          <a:solidFill>
            <a:srgbClr val="FFD95C"/>
          </a:solidFill>
          <a:ln w="9525" cap="flat" cmpd="sng">
            <a:solidFill>
              <a:srgbClr val="F7A427"/>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panose="020B0604020202020204"/>
              <a:ea typeface="Arial" panose="020B0604020202020204"/>
              <a:cs typeface="Arial" panose="020B0604020202020204"/>
              <a:sym typeface="Arial" panose="020B0604020202020204"/>
            </a:endParaRPr>
          </a:p>
        </p:txBody>
      </p:sp>
      <p:sp>
        <p:nvSpPr>
          <p:cNvPr id="224" name="Google Shape;224;p26"/>
          <p:cNvSpPr txBox="1"/>
          <p:nvPr/>
        </p:nvSpPr>
        <p:spPr>
          <a:xfrm>
            <a:off x="7486650" y="1714500"/>
            <a:ext cx="376237" cy="55403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FFD95C"/>
              </a:buClr>
              <a:buSzPts val="3000"/>
              <a:buFont typeface="Calibri" panose="020F0502020204030204"/>
              <a:buNone/>
            </a:pPr>
            <a:r>
              <a:rPr lang="en-US" sz="3000" b="1" i="0" u="none">
                <a:solidFill>
                  <a:srgbClr val="FFD95C"/>
                </a:solidFill>
                <a:latin typeface="Calibri" panose="020F0502020204030204"/>
                <a:ea typeface="Calibri" panose="020F0502020204030204"/>
                <a:cs typeface="Calibri" panose="020F0502020204030204"/>
                <a:sym typeface="Calibri" panose="020F0502020204030204"/>
              </a:rPr>
              <a:t>*</a:t>
            </a:r>
            <a:endParaRPr lang="en-US" sz="3000" b="1" i="0" u="none">
              <a:solidFill>
                <a:srgbClr val="FFD95C"/>
              </a:solidFill>
              <a:latin typeface="Calibri" panose="020F0502020204030204"/>
              <a:ea typeface="Calibri" panose="020F0502020204030204"/>
              <a:cs typeface="Calibri" panose="020F0502020204030204"/>
              <a:sym typeface="Calibri" panose="020F0502020204030204"/>
            </a:endParaRPr>
          </a:p>
        </p:txBody>
      </p:sp>
      <p:sp>
        <p:nvSpPr>
          <p:cNvPr id="225" name="Google Shape;225;p26"/>
          <p:cNvSpPr txBox="1"/>
          <p:nvPr/>
        </p:nvSpPr>
        <p:spPr>
          <a:xfrm>
            <a:off x="6515100" y="857250"/>
            <a:ext cx="457200" cy="55403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660066"/>
              </a:buClr>
              <a:buSzPts val="3000"/>
              <a:buFont typeface="Calibri" panose="020F0502020204030204"/>
              <a:buNone/>
            </a:pPr>
            <a:r>
              <a:rPr lang="en-US" sz="3000" b="1" i="0" u="none">
                <a:solidFill>
                  <a:srgbClr val="660066"/>
                </a:solidFill>
                <a:latin typeface="Calibri" panose="020F0502020204030204"/>
                <a:ea typeface="Calibri" panose="020F0502020204030204"/>
                <a:cs typeface="Calibri" panose="020F0502020204030204"/>
                <a:sym typeface="Calibri" panose="020F0502020204030204"/>
              </a:rPr>
              <a:t>*</a:t>
            </a:r>
            <a:endParaRPr lang="en-US" sz="3000" b="1" i="0" u="none">
              <a:solidFill>
                <a:srgbClr val="660066"/>
              </a:solidFill>
              <a:latin typeface="Calibri" panose="020F0502020204030204"/>
              <a:ea typeface="Calibri" panose="020F0502020204030204"/>
              <a:cs typeface="Calibri" panose="020F0502020204030204"/>
              <a:sym typeface="Calibri" panose="020F0502020204030204"/>
            </a:endParaRPr>
          </a:p>
        </p:txBody>
      </p:sp>
      <p:sp>
        <p:nvSpPr>
          <p:cNvPr id="226" name="Google Shape;226;p26"/>
          <p:cNvSpPr txBox="1"/>
          <p:nvPr/>
        </p:nvSpPr>
        <p:spPr>
          <a:xfrm>
            <a:off x="1519237" y="1836737"/>
            <a:ext cx="5943600" cy="251618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100"/>
              <a:buFont typeface="Helvetica Neue" panose="020B0604020202020204"/>
              <a:buNone/>
            </a:pPr>
            <a:r>
              <a:rPr lang="en-US" sz="1100" b="1" i="0" u="none">
                <a:solidFill>
                  <a:schemeClr val="dk1"/>
                </a:solidFill>
                <a:latin typeface="Helvetica Neue" panose="020B0604020202020204"/>
                <a:ea typeface="Helvetica Neue" panose="020B0604020202020204"/>
                <a:cs typeface="Helvetica Neue" panose="020B0604020202020204"/>
                <a:sym typeface="Helvetica Neue" panose="020B0604020202020204"/>
              </a:rPr>
              <a:t>E-Commerce</a:t>
            </a:r>
            <a:r>
              <a:rPr lang="en-US" sz="1100" b="1" i="1" u="none">
                <a:solidFill>
                  <a:schemeClr val="dk1"/>
                </a:solidFill>
                <a:latin typeface="Helvetica Neue" panose="020B0604020202020204"/>
                <a:ea typeface="Helvetica Neue" panose="020B0604020202020204"/>
                <a:cs typeface="Helvetica Neue" panose="020B0604020202020204"/>
                <a:sym typeface="Helvetica Neue" panose="020B0604020202020204"/>
              </a:rPr>
              <a:t>--</a:t>
            </a:r>
            <a:r>
              <a:rPr lang="en-US" sz="1100" b="0" i="1" u="none">
                <a:solidFill>
                  <a:schemeClr val="dk1"/>
                </a:solidFill>
                <a:latin typeface="Helvetica Neue" panose="020B0604020202020204"/>
                <a:ea typeface="Helvetica Neue" panose="020B0604020202020204"/>
                <a:cs typeface="Helvetica Neue" panose="020B0604020202020204"/>
                <a:sym typeface="Helvetica Neue" panose="020B0604020202020204"/>
              </a:rPr>
              <a:t> </a:t>
            </a:r>
            <a:r>
              <a:rPr lang="en-US" sz="1100" b="0" i="1" u="none">
                <a:solidFill>
                  <a:schemeClr val="dk1"/>
                </a:solidFill>
                <a:latin typeface="Arial" panose="020B0604020202020204"/>
                <a:ea typeface="Arial" panose="020B0604020202020204"/>
                <a:cs typeface="Arial" panose="020B0604020202020204"/>
                <a:sym typeface="Arial" panose="020B0604020202020204"/>
              </a:rPr>
              <a:t>The buying and selling of goods </a:t>
            </a:r>
            <a:endParaRPr lang="en-US" sz="1100" b="0" i="1" u="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chemeClr val="dk1"/>
              </a:buClr>
              <a:buSzPts val="1100"/>
              <a:buFont typeface="Arial" panose="020B0604020202020204"/>
              <a:buNone/>
            </a:pPr>
            <a:r>
              <a:rPr lang="en-US" sz="1100" b="0" i="1" u="none">
                <a:solidFill>
                  <a:schemeClr val="dk1"/>
                </a:solidFill>
                <a:latin typeface="Arial" panose="020B0604020202020204"/>
                <a:ea typeface="Arial" panose="020B0604020202020204"/>
                <a:cs typeface="Arial" panose="020B0604020202020204"/>
                <a:sym typeface="Arial" panose="020B0604020202020204"/>
              </a:rPr>
              <a:t>and services over the internet.(B2B, B2C).</a:t>
            </a:r>
            <a:endParaRPr lang="en-US" sz="1100" b="0" i="1" u="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chemeClr val="dk1"/>
              </a:buClr>
              <a:buSzPts val="1100"/>
              <a:buFont typeface="Arial" panose="020B0604020202020204"/>
              <a:buNone/>
            </a:pPr>
            <a:endParaRPr sz="1100" b="1" i="0" u="sng">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chemeClr val="dk1"/>
              </a:buClr>
              <a:buSzPts val="1100"/>
              <a:buFont typeface="Arial" panose="020B0604020202020204"/>
              <a:buNone/>
            </a:pPr>
            <a:endParaRPr sz="1100" b="1" i="0" u="sng">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chemeClr val="dk1"/>
              </a:buClr>
              <a:buSzPts val="1100"/>
              <a:buFont typeface="Arial" panose="020B0604020202020204"/>
              <a:buNone/>
            </a:pPr>
            <a:r>
              <a:rPr lang="en-US" sz="1100" b="1" i="0" u="sng">
                <a:solidFill>
                  <a:schemeClr val="dk1"/>
                </a:solidFill>
                <a:latin typeface="Arial" panose="020B0604020202020204"/>
                <a:ea typeface="Arial" panose="020B0604020202020204"/>
                <a:cs typeface="Arial" panose="020B0604020202020204"/>
                <a:sym typeface="Arial" panose="020B0604020202020204"/>
              </a:rPr>
              <a:t>Universal Product Code</a:t>
            </a:r>
            <a:r>
              <a:rPr lang="en-US" sz="1100" b="1" i="0" u="none">
                <a:solidFill>
                  <a:schemeClr val="dk1"/>
                </a:solidFill>
                <a:latin typeface="Arial" panose="020B0604020202020204"/>
                <a:ea typeface="Arial" panose="020B0604020202020204"/>
                <a:cs typeface="Arial" panose="020B0604020202020204"/>
                <a:sym typeface="Arial" panose="020B0604020202020204"/>
              </a:rPr>
              <a:t> </a:t>
            </a:r>
            <a:r>
              <a:rPr lang="en-US" sz="1100" b="0" i="0" u="none">
                <a:solidFill>
                  <a:schemeClr val="dk1"/>
                </a:solidFill>
                <a:latin typeface="Arial" panose="020B0604020202020204"/>
                <a:ea typeface="Arial" panose="020B0604020202020204"/>
                <a:cs typeface="Arial" panose="020B0604020202020204"/>
                <a:sym typeface="Arial" panose="020B0604020202020204"/>
              </a:rPr>
              <a:t> helps scan what product </a:t>
            </a:r>
            <a:endParaRPr lang="en-US" sz="1100" b="0" i="0" u="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chemeClr val="dk1"/>
              </a:buClr>
              <a:buSzPts val="1100"/>
              <a:buFont typeface="Arial" panose="020B0604020202020204"/>
              <a:buNone/>
            </a:pPr>
            <a:r>
              <a:rPr lang="en-US" sz="1100" b="0" i="0" u="none">
                <a:solidFill>
                  <a:schemeClr val="dk1"/>
                </a:solidFill>
                <a:latin typeface="Arial" panose="020B0604020202020204"/>
                <a:ea typeface="Arial" panose="020B0604020202020204"/>
                <a:cs typeface="Arial" panose="020B0604020202020204"/>
                <a:sym typeface="Arial" panose="020B0604020202020204"/>
              </a:rPr>
              <a:t>was bought, in what size and color and at what price. </a:t>
            </a:r>
            <a:endParaRPr lang="en-US" sz="1100" b="0" i="0" u="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chemeClr val="dk1"/>
              </a:buClr>
              <a:buSzPts val="1100"/>
              <a:buFont typeface="Arial" panose="020B0604020202020204"/>
              <a:buNone/>
            </a:pPr>
            <a:r>
              <a:rPr lang="en-US" sz="1100" b="1" i="0" u="none">
                <a:solidFill>
                  <a:schemeClr val="dk1"/>
                </a:solidFill>
                <a:latin typeface="Arial" panose="020B0604020202020204"/>
                <a:ea typeface="Arial" panose="020B0604020202020204"/>
                <a:cs typeface="Arial" panose="020B0604020202020204"/>
                <a:sym typeface="Arial" panose="020B0604020202020204"/>
              </a:rPr>
              <a:t>A </a:t>
            </a:r>
            <a:r>
              <a:rPr lang="en-US" sz="1100" b="1" i="0" u="sng">
                <a:solidFill>
                  <a:schemeClr val="dk1"/>
                </a:solidFill>
                <a:latin typeface="Arial" panose="020B0604020202020204"/>
                <a:ea typeface="Arial" panose="020B0604020202020204"/>
                <a:cs typeface="Arial" panose="020B0604020202020204"/>
                <a:sym typeface="Arial" panose="020B0604020202020204"/>
              </a:rPr>
              <a:t>scanner</a:t>
            </a:r>
            <a:r>
              <a:rPr lang="en-US" sz="1100" b="1" i="0" u="none">
                <a:solidFill>
                  <a:schemeClr val="dk1"/>
                </a:solidFill>
                <a:latin typeface="Arial" panose="020B0604020202020204"/>
                <a:ea typeface="Arial" panose="020B0604020202020204"/>
                <a:cs typeface="Arial" panose="020B0604020202020204"/>
                <a:sym typeface="Arial" panose="020B0604020202020204"/>
              </a:rPr>
              <a:t> </a:t>
            </a:r>
            <a:r>
              <a:rPr lang="en-US" sz="1100" b="0" i="0" u="none">
                <a:solidFill>
                  <a:schemeClr val="dk1"/>
                </a:solidFill>
                <a:latin typeface="Arial" panose="020B0604020202020204"/>
                <a:ea typeface="Arial" panose="020B0604020202020204"/>
                <a:cs typeface="Arial" panose="020B0604020202020204"/>
                <a:sym typeface="Arial" panose="020B0604020202020204"/>
              </a:rPr>
              <a:t>at the checkout counter can read that </a:t>
            </a:r>
            <a:endParaRPr lang="en-US" sz="1100" b="0" i="0" u="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chemeClr val="dk1"/>
              </a:buClr>
              <a:buSzPts val="1100"/>
              <a:buFont typeface="Arial" panose="020B0604020202020204"/>
              <a:buNone/>
            </a:pPr>
            <a:r>
              <a:rPr lang="en-US" sz="1100" b="0" i="0" u="none">
                <a:solidFill>
                  <a:schemeClr val="dk1"/>
                </a:solidFill>
                <a:latin typeface="Arial" panose="020B0604020202020204"/>
                <a:ea typeface="Arial" panose="020B0604020202020204"/>
                <a:cs typeface="Arial" panose="020B0604020202020204"/>
                <a:sym typeface="Arial" panose="020B0604020202020204"/>
              </a:rPr>
              <a:t>information and put it into a </a:t>
            </a:r>
            <a:r>
              <a:rPr lang="en-US" sz="1100" b="1" i="0" u="sng">
                <a:solidFill>
                  <a:schemeClr val="dk1"/>
                </a:solidFill>
                <a:latin typeface="Arial" panose="020B0604020202020204"/>
                <a:ea typeface="Arial" panose="020B0604020202020204"/>
                <a:cs typeface="Arial" panose="020B0604020202020204"/>
                <a:sym typeface="Arial" panose="020B0604020202020204"/>
              </a:rPr>
              <a:t>Database,</a:t>
            </a:r>
            <a:r>
              <a:rPr lang="en-US" sz="1100" b="0" i="0" u="none">
                <a:solidFill>
                  <a:schemeClr val="dk1"/>
                </a:solidFill>
                <a:latin typeface="Arial" panose="020B0604020202020204"/>
                <a:ea typeface="Arial" panose="020B0604020202020204"/>
                <a:cs typeface="Arial" panose="020B0604020202020204"/>
                <a:sym typeface="Arial" panose="020B0604020202020204"/>
              </a:rPr>
              <a:t> which is an </a:t>
            </a:r>
            <a:endParaRPr lang="en-US" sz="1100" b="0" i="0" u="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chemeClr val="dk1"/>
              </a:buClr>
              <a:buSzPts val="1100"/>
              <a:buFont typeface="Arial" panose="020B0604020202020204"/>
              <a:buNone/>
            </a:pPr>
            <a:r>
              <a:rPr lang="en-US" sz="1100" b="0" i="0" u="none">
                <a:solidFill>
                  <a:schemeClr val="dk1"/>
                </a:solidFill>
                <a:latin typeface="Arial" panose="020B0604020202020204"/>
                <a:ea typeface="Arial" panose="020B0604020202020204"/>
                <a:cs typeface="Arial" panose="020B0604020202020204"/>
                <a:sym typeface="Arial" panose="020B0604020202020204"/>
              </a:rPr>
              <a:t>electronic storage file where vast amounts of information </a:t>
            </a:r>
            <a:endParaRPr lang="en-US" sz="1100" b="0" i="0" u="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chemeClr val="dk1"/>
              </a:buClr>
              <a:buSzPts val="1100"/>
              <a:buFont typeface="Arial" panose="020B0604020202020204"/>
              <a:buNone/>
            </a:pPr>
            <a:r>
              <a:rPr lang="en-US" sz="1100" b="0" i="0" u="none">
                <a:solidFill>
                  <a:schemeClr val="dk1"/>
                </a:solidFill>
                <a:latin typeface="Arial" panose="020B0604020202020204"/>
                <a:ea typeface="Arial" panose="020B0604020202020204"/>
                <a:cs typeface="Arial" panose="020B0604020202020204"/>
                <a:sym typeface="Arial" panose="020B0604020202020204"/>
              </a:rPr>
              <a:t>about customers (name, address, telephone numbers) are</a:t>
            </a:r>
            <a:endParaRPr lang="en-US" sz="1100" b="0" i="0" u="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chemeClr val="dk1"/>
              </a:buClr>
              <a:buSzPts val="1100"/>
              <a:buFont typeface="Arial" panose="020B0604020202020204"/>
              <a:buNone/>
            </a:pPr>
            <a:r>
              <a:rPr lang="en-US" sz="1100" b="0" i="0" u="none">
                <a:solidFill>
                  <a:schemeClr val="dk1"/>
                </a:solidFill>
                <a:latin typeface="Arial" panose="020B0604020202020204"/>
                <a:ea typeface="Arial" panose="020B0604020202020204"/>
                <a:cs typeface="Arial" panose="020B0604020202020204"/>
                <a:sym typeface="Arial" panose="020B0604020202020204"/>
              </a:rPr>
              <a:t>stored.</a:t>
            </a:r>
            <a:endParaRPr lang="en-US" sz="1100" b="0" i="0" u="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chemeClr val="dk1"/>
              </a:buClr>
              <a:buSzPts val="1100"/>
              <a:buFont typeface="Arial" panose="020B0604020202020204"/>
              <a:buNone/>
            </a:pPr>
            <a:endParaRPr sz="1100" b="1" i="0" u="sng">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chemeClr val="dk1"/>
              </a:buClr>
              <a:buSzPts val="1100"/>
              <a:buFont typeface="Arial" panose="020B0604020202020204"/>
              <a:buNone/>
            </a:pPr>
            <a:r>
              <a:rPr lang="en-US" sz="1100" b="1" i="0" u="sng">
                <a:solidFill>
                  <a:schemeClr val="dk1"/>
                </a:solidFill>
                <a:latin typeface="Arial" panose="020B0604020202020204"/>
                <a:ea typeface="Arial" panose="020B0604020202020204"/>
                <a:cs typeface="Arial" panose="020B0604020202020204"/>
                <a:sym typeface="Arial" panose="020B0604020202020204"/>
              </a:rPr>
              <a:t>Identity theft </a:t>
            </a:r>
            <a:r>
              <a:rPr lang="en-US" sz="1100" b="0" i="0" u="none">
                <a:solidFill>
                  <a:schemeClr val="dk1"/>
                </a:solidFill>
                <a:latin typeface="Arial" panose="020B0604020202020204"/>
                <a:ea typeface="Arial" panose="020B0604020202020204"/>
                <a:cs typeface="Arial" panose="020B0604020202020204"/>
                <a:sym typeface="Arial" panose="020B0604020202020204"/>
              </a:rPr>
              <a:t>is the obtaining of individual personal</a:t>
            </a:r>
            <a:endParaRPr lang="en-US" sz="1100" b="0" i="0" u="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chemeClr val="dk1"/>
              </a:buClr>
              <a:buSzPts val="1100"/>
              <a:buFont typeface="Arial" panose="020B0604020202020204"/>
              <a:buNone/>
            </a:pPr>
            <a:r>
              <a:rPr lang="en-US" sz="1100" b="0" i="0" u="none">
                <a:solidFill>
                  <a:schemeClr val="dk1"/>
                </a:solidFill>
                <a:latin typeface="Arial" panose="020B0604020202020204"/>
                <a:ea typeface="Arial" panose="020B0604020202020204"/>
                <a:cs typeface="Arial" panose="020B0604020202020204"/>
                <a:sym typeface="Arial" panose="020B0604020202020204"/>
              </a:rPr>
              <a:t>information for illegal purpose.</a:t>
            </a:r>
            <a:endParaRPr lang="en-US" sz="1100" b="0" i="0" u="none">
              <a:solidFill>
                <a:schemeClr val="dk1"/>
              </a:solidFill>
              <a:latin typeface="Arial" panose="020B0604020202020204"/>
              <a:ea typeface="Arial" panose="020B0604020202020204"/>
              <a:cs typeface="Arial" panose="020B0604020202020204"/>
              <a:sym typeface="Arial" panose="020B0604020202020204"/>
            </a:endParaRPr>
          </a:p>
        </p:txBody>
      </p:sp>
      <p:sp>
        <p:nvSpPr>
          <p:cNvPr id="227" name="Google Shape;227;p26"/>
          <p:cNvSpPr txBox="1"/>
          <p:nvPr>
            <p:ph type="ctrTitle"/>
          </p:nvPr>
        </p:nvSpPr>
        <p:spPr>
          <a:xfrm>
            <a:off x="1576387" y="196850"/>
            <a:ext cx="5829300" cy="1103312"/>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rgbClr val="007FA3"/>
              </a:buClr>
              <a:buSzPts val="2400"/>
              <a:buFont typeface="Helvetica Neue" panose="020B0604020202020204"/>
              <a:buNone/>
            </a:pPr>
            <a:r>
              <a:rPr lang="en-US" sz="2400" b="1" i="0" u="none">
                <a:solidFill>
                  <a:srgbClr val="007FA3"/>
                </a:solidFill>
                <a:latin typeface="Helvetica Neue" panose="020B0604020202020204"/>
                <a:ea typeface="Helvetica Neue" panose="020B0604020202020204"/>
                <a:cs typeface="Helvetica Neue" panose="020B0604020202020204"/>
                <a:sym typeface="Helvetica Neue" panose="020B0604020202020204"/>
              </a:rPr>
              <a:t>BENEFITS of TECHNOLOGY</a:t>
            </a:r>
            <a:endParaRPr lang="en-US" sz="2400" b="1" i="0" u="none">
              <a:solidFill>
                <a:srgbClr val="007FA3"/>
              </a:solidFill>
              <a:latin typeface="Helvetica Neue" panose="020B0604020202020204"/>
              <a:ea typeface="Helvetica Neue" panose="020B0604020202020204"/>
              <a:cs typeface="Helvetica Neue" panose="020B0604020202020204"/>
              <a:sym typeface="Helvetica Neue" panose="020B0604020202020204"/>
            </a:endParaRPr>
          </a:p>
        </p:txBody>
      </p:sp>
      <p:sp>
        <p:nvSpPr>
          <p:cNvPr id="228" name="Google Shape;228;p26"/>
          <p:cNvSpPr txBox="1"/>
          <p:nvPr/>
        </p:nvSpPr>
        <p:spPr>
          <a:xfrm>
            <a:off x="6572250" y="5657850"/>
            <a:ext cx="1428750" cy="3429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chemeClr val="dk1"/>
              </a:buClr>
              <a:buSzPts val="900"/>
              <a:buFont typeface="Times New Roman" panose="02020603050405020304"/>
              <a:buNone/>
            </a:pPr>
            <a:r>
              <a:rPr lang="en-US" sz="9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1-</a:t>
            </a:r>
            <a:fld id="{00000000-1234-1234-1234-123412341234}" type="slidenum">
              <a:rPr lang="en-US" sz="9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fld>
            <a:endParaRPr lang="en-US" sz="9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229" name="Google Shape;229;p26" descr="B2B or Not 2B: A Look at What Makes B2B and B2C Communications Similar"/>
          <p:cNvPicPr preferRelativeResize="0"/>
          <p:nvPr/>
        </p:nvPicPr>
        <p:blipFill rotWithShape="1">
          <a:blip r:embed="rId1"/>
          <a:srcRect r="-873" b="8157"/>
          <a:stretch>
            <a:fillRect/>
          </a:stretch>
        </p:blipFill>
        <p:spPr>
          <a:xfrm>
            <a:off x="5257801" y="1993620"/>
            <a:ext cx="2857499" cy="1490179"/>
          </a:xfrm>
          <a:prstGeom prst="rect">
            <a:avLst/>
          </a:prstGeom>
          <a:noFill/>
          <a:ln>
            <a:noFill/>
          </a:ln>
        </p:spPr>
      </p:pic>
      <p:pic>
        <p:nvPicPr>
          <p:cNvPr id="230" name="Google Shape;230;p26"/>
          <p:cNvPicPr preferRelativeResize="0"/>
          <p:nvPr/>
        </p:nvPicPr>
        <p:blipFill rotWithShape="1">
          <a:blip r:embed="rId2"/>
          <a:srcRect/>
          <a:stretch>
            <a:fillRect/>
          </a:stretch>
        </p:blipFill>
        <p:spPr>
          <a:xfrm>
            <a:off x="2984109" y="4345265"/>
            <a:ext cx="2400300" cy="1210191"/>
          </a:xfrm>
          <a:prstGeom prst="ellipse">
            <a:avLst/>
          </a:prstGeom>
          <a:noFill/>
          <a:ln>
            <a:noFill/>
          </a:ln>
        </p:spPr>
      </p:pic>
      <p:pic>
        <p:nvPicPr>
          <p:cNvPr id="231" name="Google Shape;231;p26"/>
          <p:cNvPicPr preferRelativeResize="0"/>
          <p:nvPr/>
        </p:nvPicPr>
        <p:blipFill rotWithShape="1">
          <a:blip r:embed="rId3"/>
          <a:srcRect/>
          <a:stretch>
            <a:fillRect/>
          </a:stretch>
        </p:blipFill>
        <p:spPr>
          <a:xfrm>
            <a:off x="5594513" y="3324160"/>
            <a:ext cx="2400333" cy="1607344"/>
          </a:xfrm>
          <a:prstGeom prst="rect">
            <a:avLst/>
          </a:prstGeom>
          <a:noFill/>
          <a:ln>
            <a:noFill/>
          </a:ln>
        </p:spPr>
      </p:pic>
      <p:sp>
        <p:nvSpPr>
          <p:cNvPr id="232" name="Google Shape;232;p26"/>
          <p:cNvSpPr txBox="1"/>
          <p:nvPr/>
        </p:nvSpPr>
        <p:spPr>
          <a:xfrm>
            <a:off x="8737600" y="6356350"/>
            <a:ext cx="28448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Calibri" panose="020F0502020204030204"/>
              <a:buNone/>
            </a:pPr>
            <a:fld id="{00000000-1234-1234-1234-123412341234}" type="slidenum">
              <a:rPr lang="en-US" sz="1200" b="0" i="0" u="none">
                <a:solidFill>
                  <a:srgbClr val="898989"/>
                </a:solidFill>
                <a:latin typeface="Calibri" panose="020F0502020204030204"/>
                <a:ea typeface="Calibri" panose="020F0502020204030204"/>
                <a:cs typeface="Calibri" panose="020F0502020204030204"/>
                <a:sym typeface="Calibri" panose="020F0502020204030204"/>
              </a:rPr>
            </a:fld>
            <a:endParaRPr lang="en-US" sz="1200" b="0" i="0" u="none">
              <a:solidFill>
                <a:srgbClr val="898989"/>
              </a:solidFill>
              <a:latin typeface="Calibri" panose="020F0502020204030204"/>
              <a:ea typeface="Calibri" panose="020F0502020204030204"/>
              <a:cs typeface="Calibri" panose="020F0502020204030204"/>
              <a:sym typeface="Calibri" panose="020F0502020204030204"/>
            </a:endParaRPr>
          </a:p>
        </p:txBody>
      </p:sp>
      <p:pic>
        <p:nvPicPr>
          <p:cNvPr id="233" name="Google Shape;233;p26"/>
          <p:cNvPicPr preferRelativeResize="0"/>
          <p:nvPr/>
        </p:nvPicPr>
        <p:blipFill rotWithShape="1">
          <a:blip r:embed="rId4"/>
          <a:srcRect/>
          <a:stretch>
            <a:fillRect/>
          </a:stretch>
        </p:blipFill>
        <p:spPr>
          <a:xfrm>
            <a:off x="6350" y="6165850"/>
            <a:ext cx="9144000" cy="669925"/>
          </a:xfrm>
          <a:prstGeom prst="rect">
            <a:avLst/>
          </a:prstGeom>
          <a:noFill/>
          <a:ln>
            <a:noFill/>
          </a:ln>
        </p:spPr>
      </p:pic>
      <p:pic>
        <p:nvPicPr>
          <p:cNvPr id="234" name="Google Shape;234;p26"/>
          <p:cNvPicPr preferRelativeResize="0"/>
          <p:nvPr/>
        </p:nvPicPr>
        <p:blipFill rotWithShape="1">
          <a:blip r:embed="rId5"/>
          <a:srcRect/>
          <a:stretch>
            <a:fillRect/>
          </a:stretch>
        </p:blipFill>
        <p:spPr>
          <a:xfrm>
            <a:off x="7510462" y="5054600"/>
            <a:ext cx="1549400" cy="993775"/>
          </a:xfrm>
          <a:prstGeom prst="rect">
            <a:avLst/>
          </a:prstGeom>
          <a:noFill/>
          <a:ln>
            <a:noFill/>
          </a:ln>
        </p:spPr>
      </p:pic>
      <p:pic>
        <p:nvPicPr>
          <p:cNvPr id="235" name="Google Shape;235;p26" descr="BracU Logo | Brac University"/>
          <p:cNvPicPr preferRelativeResize="0"/>
          <p:nvPr/>
        </p:nvPicPr>
        <p:blipFill rotWithShape="1">
          <a:blip r:embed="rId6"/>
          <a:srcRect/>
          <a:stretch>
            <a:fillRect/>
          </a:stretch>
        </p:blipFill>
        <p:spPr>
          <a:xfrm>
            <a:off x="84137" y="5054600"/>
            <a:ext cx="1549400" cy="11207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240" name="Shape 240"/>
        <p:cNvGrpSpPr/>
        <p:nvPr/>
      </p:nvGrpSpPr>
      <p:grpSpPr>
        <a:xfrm>
          <a:off x="0" y="0"/>
          <a:ext cx="0" cy="0"/>
          <a:chOff x="0" y="0"/>
          <a:chExt cx="0" cy="0"/>
        </a:xfrm>
      </p:grpSpPr>
      <p:sp>
        <p:nvSpPr>
          <p:cNvPr id="241" name="Google Shape;241;p27"/>
          <p:cNvSpPr txBox="1"/>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Clr>
                <a:schemeClr val="dk1"/>
              </a:buClr>
              <a:buSzPts val="3200"/>
              <a:buFont typeface="Arial" panose="020B0604020202020204"/>
              <a:buNone/>
            </a:pPr>
          </a:p>
        </p:txBody>
      </p:sp>
      <p:sp>
        <p:nvSpPr>
          <p:cNvPr id="242" name="Google Shape;242;p27"/>
          <p:cNvSpPr/>
          <p:nvPr/>
        </p:nvSpPr>
        <p:spPr>
          <a:xfrm>
            <a:off x="1485900" y="1143000"/>
            <a:ext cx="6115050" cy="4686300"/>
          </a:xfrm>
          <a:prstGeom prst="roundRect">
            <a:avLst>
              <a:gd name="adj" fmla="val 16667"/>
            </a:avLst>
          </a:prstGeom>
          <a:solidFill>
            <a:srgbClr val="FFD95C"/>
          </a:solidFill>
          <a:ln w="9525" cap="flat" cmpd="sng">
            <a:solidFill>
              <a:srgbClr val="F7A427"/>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panose="020B0604020202020204"/>
              <a:ea typeface="Arial" panose="020B0604020202020204"/>
              <a:cs typeface="Arial" panose="020B0604020202020204"/>
              <a:sym typeface="Arial" panose="020B0604020202020204"/>
            </a:endParaRPr>
          </a:p>
        </p:txBody>
      </p:sp>
      <p:sp>
        <p:nvSpPr>
          <p:cNvPr id="243" name="Google Shape;243;p27"/>
          <p:cNvSpPr txBox="1"/>
          <p:nvPr/>
        </p:nvSpPr>
        <p:spPr>
          <a:xfrm>
            <a:off x="7486650" y="1714500"/>
            <a:ext cx="376237" cy="55403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FFD95C"/>
              </a:buClr>
              <a:buSzPts val="3000"/>
              <a:buFont typeface="Calibri" panose="020F0502020204030204"/>
              <a:buNone/>
            </a:pPr>
            <a:r>
              <a:rPr lang="en-US" sz="3000" b="1" i="0" u="none">
                <a:solidFill>
                  <a:srgbClr val="FFD95C"/>
                </a:solidFill>
                <a:latin typeface="Calibri" panose="020F0502020204030204"/>
                <a:ea typeface="Calibri" panose="020F0502020204030204"/>
                <a:cs typeface="Calibri" panose="020F0502020204030204"/>
                <a:sym typeface="Calibri" panose="020F0502020204030204"/>
              </a:rPr>
              <a:t>*</a:t>
            </a:r>
            <a:endParaRPr lang="en-US" sz="3000" b="1" i="0" u="none">
              <a:solidFill>
                <a:srgbClr val="FFD95C"/>
              </a:solidFill>
              <a:latin typeface="Calibri" panose="020F0502020204030204"/>
              <a:ea typeface="Calibri" panose="020F0502020204030204"/>
              <a:cs typeface="Calibri" panose="020F0502020204030204"/>
              <a:sym typeface="Calibri" panose="020F0502020204030204"/>
            </a:endParaRPr>
          </a:p>
        </p:txBody>
      </p:sp>
      <p:sp>
        <p:nvSpPr>
          <p:cNvPr id="244" name="Google Shape;244;p27"/>
          <p:cNvSpPr txBox="1"/>
          <p:nvPr/>
        </p:nvSpPr>
        <p:spPr>
          <a:xfrm>
            <a:off x="1485900" y="1895475"/>
            <a:ext cx="6319837" cy="43218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400"/>
              <a:buFont typeface="Arial" panose="020B0604020202020204"/>
              <a:buNone/>
            </a:pPr>
            <a:endParaRPr sz="1400" b="0" i="0" u="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chemeClr val="dk1"/>
              </a:buClr>
              <a:buSzPts val="1400"/>
              <a:buFont typeface="Arial" panose="020B0604020202020204"/>
              <a:buNone/>
            </a:pPr>
            <a:endParaRPr sz="1400" b="0" i="0" u="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1400"/>
              <a:buFont typeface="Arial" panose="020B0604020202020204"/>
              <a:buNone/>
            </a:pPr>
            <a:r>
              <a:rPr lang="en-US" sz="1400" b="0" i="0" u="none">
                <a:solidFill>
                  <a:srgbClr val="000000"/>
                </a:solidFill>
                <a:latin typeface="Arial" panose="020B0604020202020204"/>
                <a:ea typeface="Arial" panose="020B0604020202020204"/>
                <a:cs typeface="Arial" panose="020B0604020202020204"/>
                <a:sym typeface="Arial" panose="020B0604020202020204"/>
              </a:rPr>
              <a:t>Firms should offer both high quality product and outstanding services at competitive price.</a:t>
            </a:r>
            <a:endParaRPr lang="en-US" sz="1400" b="0" i="0" u="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chemeClr val="dk1"/>
              </a:buClr>
              <a:buSzPts val="1400"/>
              <a:buFont typeface="Arial" panose="020B0604020202020204"/>
              <a:buNone/>
            </a:pPr>
            <a:endParaRPr sz="1400" b="0" i="0" u="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chemeClr val="dk1"/>
              </a:buClr>
              <a:buSzPts val="1400"/>
              <a:buFont typeface="Arial" panose="020B0604020202020204"/>
              <a:buNone/>
            </a:pPr>
            <a:endParaRPr sz="1400" b="0" i="0" u="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1400"/>
              <a:buFont typeface="Arial" panose="020B0604020202020204"/>
              <a:buNone/>
            </a:pPr>
            <a:r>
              <a:rPr lang="en-US" sz="1400" b="0" i="0" u="none">
                <a:solidFill>
                  <a:srgbClr val="000000"/>
                </a:solidFill>
                <a:latin typeface="Arial" panose="020B0604020202020204"/>
                <a:ea typeface="Arial" panose="020B0604020202020204"/>
                <a:cs typeface="Arial" panose="020B0604020202020204"/>
                <a:sym typeface="Arial" panose="020B0604020202020204"/>
              </a:rPr>
              <a:t>Need to know the competitors</a:t>
            </a:r>
            <a:endParaRPr lang="en-US" sz="1400" b="0" i="0" u="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1400"/>
              <a:buFont typeface="Arial" panose="020B0604020202020204"/>
              <a:buNone/>
            </a:pPr>
            <a:endParaRPr lang="en-US" sz="1400" b="0" i="0" u="none">
              <a:solidFill>
                <a:srgbClr val="000000"/>
              </a:solidFill>
              <a:latin typeface="Arial" panose="020B0604020202020204"/>
              <a:ea typeface="Arial" panose="020B0604020202020204"/>
              <a:cs typeface="Arial" panose="020B0604020202020204"/>
              <a:sym typeface="Arial" panose="020B0604020202020204"/>
            </a:endParaRPr>
          </a:p>
          <a:p>
            <a:pPr marL="0" marR="0" lvl="0" indent="-114300" algn="l" rtl="0">
              <a:lnSpc>
                <a:spcPct val="100000"/>
              </a:lnSpc>
              <a:spcBef>
                <a:spcPts val="0"/>
              </a:spcBef>
              <a:spcAft>
                <a:spcPts val="0"/>
              </a:spcAft>
              <a:buClr>
                <a:srgbClr val="000000"/>
              </a:buClr>
              <a:buSzPts val="1800"/>
              <a:buFont typeface="Arial" panose="020B0604020202020204"/>
              <a:buChar char="•"/>
            </a:pPr>
            <a:r>
              <a:rPr lang="en-US" i="1">
                <a:sym typeface="Arial" panose="020B0604020202020204"/>
              </a:rPr>
              <a:t>Two ways to compete:</a:t>
            </a:r>
            <a:endParaRPr lang="en-US" b="0" i="1" u="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chemeClr val="dk1"/>
              </a:buClr>
              <a:buSzPts val="1800"/>
              <a:buFont typeface="Arial" panose="020B0604020202020204"/>
              <a:buNone/>
            </a:pPr>
            <a:endParaRPr b="0" i="1" u="none">
              <a:solidFill>
                <a:srgbClr val="000000"/>
              </a:solidFill>
              <a:latin typeface="Arial" panose="020B0604020202020204"/>
              <a:ea typeface="Arial" panose="020B0604020202020204"/>
              <a:cs typeface="Arial" panose="020B0604020202020204"/>
              <a:sym typeface="Arial" panose="020B0604020202020204"/>
            </a:endParaRPr>
          </a:p>
          <a:p>
            <a:pPr marL="0" marR="0" lvl="0" indent="-114300" algn="l" rtl="0">
              <a:lnSpc>
                <a:spcPct val="100000"/>
              </a:lnSpc>
              <a:spcBef>
                <a:spcPts val="0"/>
              </a:spcBef>
              <a:spcAft>
                <a:spcPts val="0"/>
              </a:spcAft>
              <a:buClr>
                <a:srgbClr val="000000"/>
              </a:buClr>
              <a:buSzPts val="1800"/>
              <a:buFont typeface="Arimo" panose="020B0604020202020204"/>
              <a:buChar char="-"/>
            </a:pPr>
            <a:r>
              <a:rPr lang="en-US">
                <a:latin typeface="Arimo" panose="020B0604020202020204"/>
                <a:ea typeface="Arimo" panose="020B0604020202020204"/>
                <a:cs typeface="Arimo" panose="020B0604020202020204"/>
                <a:sym typeface="Arimo" panose="020B0604020202020204"/>
              </a:rPr>
              <a:t>by exceeding customer expectations</a:t>
            </a:r>
            <a:endParaRPr lang="en-US" b="0" i="0" u="none">
              <a:solidFill>
                <a:srgbClr val="000000"/>
              </a:solidFill>
              <a:latin typeface="Arimo" panose="020B0604020202020204"/>
              <a:ea typeface="Arimo" panose="020B0604020202020204"/>
              <a:cs typeface="Arimo" panose="020B0604020202020204"/>
              <a:sym typeface="Arimo" panose="020B0604020202020204"/>
            </a:endParaRPr>
          </a:p>
          <a:p>
            <a:pPr marL="0" marR="0" lvl="0" indent="0" algn="l" rtl="0">
              <a:lnSpc>
                <a:spcPct val="100000"/>
              </a:lnSpc>
              <a:spcBef>
                <a:spcPts val="0"/>
              </a:spcBef>
              <a:spcAft>
                <a:spcPts val="0"/>
              </a:spcAft>
              <a:buClr>
                <a:schemeClr val="dk1"/>
              </a:buClr>
              <a:buSzPts val="1800"/>
              <a:buFont typeface="Arial" panose="020B0604020202020204"/>
              <a:buNone/>
            </a:pPr>
            <a:endParaRPr b="0" i="0" u="none">
              <a:solidFill>
                <a:srgbClr val="000000"/>
              </a:solidFill>
              <a:latin typeface="Arimo" panose="020B0604020202020204"/>
              <a:ea typeface="Arimo" panose="020B0604020202020204"/>
              <a:cs typeface="Arimo" panose="020B0604020202020204"/>
              <a:sym typeface="Arimo" panose="020B0604020202020204"/>
            </a:endParaRPr>
          </a:p>
          <a:p>
            <a:pPr marL="0" marR="0" lvl="0" indent="0" algn="l" rtl="0">
              <a:lnSpc>
                <a:spcPct val="100000"/>
              </a:lnSpc>
              <a:spcBef>
                <a:spcPts val="0"/>
              </a:spcBef>
              <a:spcAft>
                <a:spcPts val="0"/>
              </a:spcAft>
              <a:buClr>
                <a:schemeClr val="dk1"/>
              </a:buClr>
              <a:buSzPts val="1800"/>
              <a:buFont typeface="Arial" panose="020B0604020202020204"/>
              <a:buNone/>
            </a:pPr>
            <a:endParaRPr b="0" i="0" u="none">
              <a:solidFill>
                <a:srgbClr val="000000"/>
              </a:solidFill>
              <a:latin typeface="Arimo" panose="020B0604020202020204"/>
              <a:ea typeface="Arimo" panose="020B0604020202020204"/>
              <a:cs typeface="Arimo" panose="020B0604020202020204"/>
              <a:sym typeface="Arimo" panose="020B0604020202020204"/>
            </a:endParaRPr>
          </a:p>
          <a:p>
            <a:pPr marL="0" marR="0" lvl="0" indent="-114300" algn="l" rtl="0">
              <a:lnSpc>
                <a:spcPct val="100000"/>
              </a:lnSpc>
              <a:spcBef>
                <a:spcPts val="0"/>
              </a:spcBef>
              <a:spcAft>
                <a:spcPts val="0"/>
              </a:spcAft>
              <a:buClr>
                <a:srgbClr val="000000"/>
              </a:buClr>
              <a:buSzPts val="1800"/>
              <a:buFont typeface="Arimo" panose="020B0604020202020204"/>
              <a:buChar char="-"/>
            </a:pPr>
            <a:r>
              <a:rPr lang="en-US">
                <a:latin typeface="Arimo" panose="020B0604020202020204"/>
                <a:ea typeface="Arimo" panose="020B0604020202020204"/>
                <a:cs typeface="Arimo" panose="020B0604020202020204"/>
                <a:sym typeface="Arimo" panose="020B0604020202020204"/>
              </a:rPr>
              <a:t>by restructuring and empowering the employees</a:t>
            </a:r>
            <a:endParaRPr lang="en-US" b="0" i="0" u="none">
              <a:solidFill>
                <a:srgbClr val="000000"/>
              </a:solidFill>
              <a:latin typeface="Arimo" panose="020B0604020202020204"/>
              <a:ea typeface="Arimo" panose="020B0604020202020204"/>
              <a:cs typeface="Arimo" panose="020B0604020202020204"/>
              <a:sym typeface="Arimo" panose="020B0604020202020204"/>
            </a:endParaRPr>
          </a:p>
          <a:p>
            <a:pPr marL="0" marR="0" lvl="0" indent="0" algn="l" rtl="0">
              <a:lnSpc>
                <a:spcPct val="100000"/>
              </a:lnSpc>
              <a:spcBef>
                <a:spcPts val="0"/>
              </a:spcBef>
              <a:spcAft>
                <a:spcPts val="0"/>
              </a:spcAft>
              <a:buClr>
                <a:srgbClr val="000000"/>
              </a:buClr>
              <a:buSzPts val="1400"/>
              <a:buFont typeface="Arial" panose="020B0604020202020204"/>
              <a:buNone/>
            </a:pPr>
            <a:endParaRPr lang="en-US" sz="1400" b="0" i="0" u="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chemeClr val="dk1"/>
              </a:buClr>
              <a:buSzPts val="1100"/>
              <a:buFont typeface="Arial" panose="020B0604020202020204"/>
              <a:buNone/>
            </a:pPr>
            <a:endParaRPr sz="1100" b="0" i="0" u="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chemeClr val="dk1"/>
              </a:buClr>
              <a:buSzPts val="1800"/>
              <a:buFont typeface="Arial" panose="020B0604020202020204"/>
              <a:buNone/>
            </a:pPr>
            <a:endParaRPr sz="1800" b="0" i="0" u="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chemeClr val="dk1"/>
              </a:buClr>
              <a:buSzPts val="1800"/>
              <a:buFont typeface="Arial" panose="020B0604020202020204"/>
              <a:buNone/>
            </a:pPr>
            <a:endParaRPr sz="1800" b="0" i="0" u="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None/>
            </a:pPr>
            <a:endParaRPr sz="1800" b="0" i="0" u="none">
              <a:solidFill>
                <a:srgbClr val="000000"/>
              </a:solidFill>
              <a:latin typeface="Arial" panose="020B0604020202020204"/>
              <a:ea typeface="Arial" panose="020B0604020202020204"/>
              <a:cs typeface="Arial" panose="020B0604020202020204"/>
              <a:sym typeface="Arial" panose="020B0604020202020204"/>
            </a:endParaRPr>
          </a:p>
        </p:txBody>
      </p:sp>
      <p:sp>
        <p:nvSpPr>
          <p:cNvPr id="245" name="Google Shape;245;p27"/>
          <p:cNvSpPr txBox="1"/>
          <p:nvPr>
            <p:ph type="ctrTitle"/>
          </p:nvPr>
        </p:nvSpPr>
        <p:spPr>
          <a:xfrm>
            <a:off x="1746250" y="74612"/>
            <a:ext cx="5572125" cy="1101725"/>
          </a:xfrm>
          <a:prstGeom prst="rect">
            <a:avLst/>
          </a:prstGeom>
          <a:noFill/>
          <a:ln>
            <a:noFill/>
          </a:ln>
        </p:spPr>
        <p:txBody>
          <a:bodyPr spcFirstLastPara="1" wrap="square" lIns="91425" tIns="45700" rIns="91425" bIns="45700" anchor="ctr" anchorCtr="0">
            <a:noAutofit/>
          </a:bodyPr>
          <a:lstStyle/>
          <a:p>
            <a:pPr marL="213995" lvl="0" indent="-213995" algn="ctr" rtl="0">
              <a:lnSpc>
                <a:spcPct val="100000"/>
              </a:lnSpc>
              <a:spcBef>
                <a:spcPts val="0"/>
              </a:spcBef>
              <a:spcAft>
                <a:spcPts val="0"/>
              </a:spcAft>
              <a:buClr>
                <a:srgbClr val="000000"/>
              </a:buClr>
              <a:buSzPts val="2400"/>
              <a:buFont typeface="Helvetica Neue" panose="020B0604020202020204"/>
              <a:buNone/>
            </a:pPr>
            <a:r>
              <a:rPr lang="en-US" sz="2400" b="1" i="0" u="none">
                <a:solidFill>
                  <a:srgbClr val="000000"/>
                </a:solidFill>
                <a:latin typeface="Helvetica Neue" panose="020B0604020202020204"/>
                <a:ea typeface="Helvetica Neue" panose="020B0604020202020204"/>
                <a:cs typeface="Helvetica Neue" panose="020B0604020202020204"/>
                <a:sym typeface="Helvetica Neue" panose="020B0604020202020204"/>
              </a:rPr>
              <a:t>3. COMPETITIVE ENVIRONMENT </a:t>
            </a:r>
            <a:endParaRPr lang="en-US" sz="2400" b="1" i="0" u="none">
              <a:solidFill>
                <a:srgbClr val="000000"/>
              </a:solidFill>
              <a:latin typeface="Helvetica Neue" panose="020B0604020202020204"/>
              <a:ea typeface="Helvetica Neue" panose="020B0604020202020204"/>
              <a:cs typeface="Helvetica Neue" panose="020B0604020202020204"/>
              <a:sym typeface="Helvetica Neue" panose="020B0604020202020204"/>
            </a:endParaRPr>
          </a:p>
        </p:txBody>
      </p:sp>
      <p:sp>
        <p:nvSpPr>
          <p:cNvPr id="246" name="Google Shape;246;p27"/>
          <p:cNvSpPr txBox="1"/>
          <p:nvPr/>
        </p:nvSpPr>
        <p:spPr>
          <a:xfrm>
            <a:off x="6572250" y="5657850"/>
            <a:ext cx="1428750" cy="3429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900"/>
              <a:buFont typeface="Times New Roman" panose="02020603050405020304"/>
              <a:buNone/>
            </a:pPr>
            <a:r>
              <a:rPr lang="en-US" sz="900" b="0" i="0" u="none">
                <a:solidFill>
                  <a:srgbClr val="000000"/>
                </a:solidFill>
                <a:latin typeface="Times New Roman" panose="02020603050405020304"/>
                <a:ea typeface="Times New Roman" panose="02020603050405020304"/>
                <a:cs typeface="Times New Roman" panose="02020603050405020304"/>
                <a:sym typeface="Times New Roman" panose="02020603050405020304"/>
              </a:rPr>
              <a:t>1-</a:t>
            </a:r>
            <a:fld id="{00000000-1234-1234-1234-123412341234}" type="slidenum">
              <a:rPr lang="en-US" sz="900" b="0" i="0" u="none">
                <a:solidFill>
                  <a:srgbClr val="000000"/>
                </a:solidFill>
                <a:latin typeface="Times New Roman" panose="02020603050405020304"/>
                <a:ea typeface="Times New Roman" panose="02020603050405020304"/>
                <a:cs typeface="Times New Roman" panose="02020603050405020304"/>
                <a:sym typeface="Times New Roman" panose="02020603050405020304"/>
              </a:rPr>
            </a:fld>
            <a:endParaRPr lang="en-US" sz="900" b="0" i="0" u="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247" name="Google Shape;247;p27"/>
          <p:cNvPicPr preferRelativeResize="0"/>
          <p:nvPr/>
        </p:nvPicPr>
        <p:blipFill rotWithShape="1">
          <a:blip r:embed="rId1"/>
          <a:srcRect/>
          <a:stretch>
            <a:fillRect/>
          </a:stretch>
        </p:blipFill>
        <p:spPr>
          <a:xfrm>
            <a:off x="6330573" y="3138574"/>
            <a:ext cx="2407444" cy="1254919"/>
          </a:xfrm>
          <a:prstGeom prst="rect">
            <a:avLst/>
          </a:prstGeom>
          <a:noFill/>
          <a:ln>
            <a:noFill/>
          </a:ln>
        </p:spPr>
      </p:pic>
      <p:sp>
        <p:nvSpPr>
          <p:cNvPr id="249" name="Google Shape;249;p27"/>
          <p:cNvSpPr txBox="1"/>
          <p:nvPr/>
        </p:nvSpPr>
        <p:spPr>
          <a:xfrm>
            <a:off x="4165600" y="6356350"/>
            <a:ext cx="3860800" cy="36512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panose="020B0604020202020204"/>
              <a:ea typeface="Arial" panose="020B0604020202020204"/>
              <a:cs typeface="Arial" panose="020B0604020202020204"/>
              <a:sym typeface="Arial" panose="020B0604020202020204"/>
            </a:endParaRPr>
          </a:p>
        </p:txBody>
      </p:sp>
      <p:sp>
        <p:nvSpPr>
          <p:cNvPr id="250" name="Google Shape;250;p27"/>
          <p:cNvSpPr txBox="1"/>
          <p:nvPr/>
        </p:nvSpPr>
        <p:spPr>
          <a:xfrm>
            <a:off x="8737600" y="6356350"/>
            <a:ext cx="28448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Calibri" panose="020F0502020204030204"/>
              <a:buNone/>
            </a:pPr>
            <a:fld id="{00000000-1234-1234-1234-123412341234}" type="slidenum">
              <a:rPr lang="en-US" sz="1200" b="0" i="0" u="none">
                <a:solidFill>
                  <a:srgbClr val="898989"/>
                </a:solidFill>
                <a:latin typeface="Calibri" panose="020F0502020204030204"/>
                <a:ea typeface="Calibri" panose="020F0502020204030204"/>
                <a:cs typeface="Calibri" panose="020F0502020204030204"/>
                <a:sym typeface="Calibri" panose="020F0502020204030204"/>
              </a:rPr>
            </a:fld>
            <a:endParaRPr lang="en-US" sz="1200" b="0" i="0" u="none">
              <a:solidFill>
                <a:srgbClr val="898989"/>
              </a:solidFill>
              <a:latin typeface="Calibri" panose="020F0502020204030204"/>
              <a:ea typeface="Calibri" panose="020F0502020204030204"/>
              <a:cs typeface="Calibri" panose="020F0502020204030204"/>
              <a:sym typeface="Calibri" panose="020F0502020204030204"/>
            </a:endParaRPr>
          </a:p>
        </p:txBody>
      </p:sp>
      <p:pic>
        <p:nvPicPr>
          <p:cNvPr id="251" name="Google Shape;251;p27"/>
          <p:cNvPicPr preferRelativeResize="0"/>
          <p:nvPr/>
        </p:nvPicPr>
        <p:blipFill rotWithShape="1">
          <a:blip r:embed="rId2"/>
          <a:srcRect/>
          <a:stretch>
            <a:fillRect/>
          </a:stretch>
        </p:blipFill>
        <p:spPr>
          <a:xfrm>
            <a:off x="6350" y="6165850"/>
            <a:ext cx="9144000" cy="669925"/>
          </a:xfrm>
          <a:prstGeom prst="rect">
            <a:avLst/>
          </a:prstGeom>
          <a:noFill/>
          <a:ln>
            <a:noFill/>
          </a:ln>
        </p:spPr>
      </p:pic>
      <p:pic>
        <p:nvPicPr>
          <p:cNvPr id="252" name="Google Shape;252;p27"/>
          <p:cNvPicPr preferRelativeResize="0"/>
          <p:nvPr/>
        </p:nvPicPr>
        <p:blipFill rotWithShape="1">
          <a:blip r:embed="rId3"/>
          <a:srcRect/>
          <a:stretch>
            <a:fillRect/>
          </a:stretch>
        </p:blipFill>
        <p:spPr>
          <a:xfrm>
            <a:off x="7510462" y="5054600"/>
            <a:ext cx="1549400" cy="993775"/>
          </a:xfrm>
          <a:prstGeom prst="rect">
            <a:avLst/>
          </a:prstGeom>
          <a:noFill/>
          <a:ln>
            <a:noFill/>
          </a:ln>
        </p:spPr>
      </p:pic>
      <p:pic>
        <p:nvPicPr>
          <p:cNvPr id="253" name="Google Shape;253;p27" descr="BracU Logo | Brac University"/>
          <p:cNvPicPr preferRelativeResize="0"/>
          <p:nvPr/>
        </p:nvPicPr>
        <p:blipFill rotWithShape="1">
          <a:blip r:embed="rId4"/>
          <a:srcRect/>
          <a:stretch>
            <a:fillRect/>
          </a:stretch>
        </p:blipFill>
        <p:spPr>
          <a:xfrm>
            <a:off x="84137" y="5054600"/>
            <a:ext cx="1549400" cy="1120775"/>
          </a:xfrm>
          <a:prstGeom prst="rect">
            <a:avLst/>
          </a:prstGeom>
          <a:noFill/>
          <a:ln>
            <a:noFill/>
          </a:ln>
        </p:spPr>
      </p:pic>
      <p:pic>
        <p:nvPicPr>
          <p:cNvPr id="266" name="Google Shape;266;p28"/>
          <p:cNvPicPr preferRelativeResize="0"/>
          <p:nvPr/>
        </p:nvPicPr>
        <p:blipFill rotWithShape="1">
          <a:blip r:embed="rId5"/>
          <a:srcRect b="9755"/>
          <a:stretch>
            <a:fillRect/>
          </a:stretch>
        </p:blipFill>
        <p:spPr>
          <a:xfrm>
            <a:off x="6468269" y="819429"/>
            <a:ext cx="2269331" cy="1543051"/>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277" name="Shape 277"/>
        <p:cNvGrpSpPr/>
        <p:nvPr/>
      </p:nvGrpSpPr>
      <p:grpSpPr>
        <a:xfrm>
          <a:off x="0" y="0"/>
          <a:ext cx="0" cy="0"/>
          <a:chOff x="0" y="0"/>
          <a:chExt cx="0" cy="0"/>
        </a:xfrm>
      </p:grpSpPr>
      <p:sp>
        <p:nvSpPr>
          <p:cNvPr id="278" name="Google Shape;278;p29"/>
          <p:cNvSpPr txBox="1"/>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Clr>
                <a:schemeClr val="dk1"/>
              </a:buClr>
              <a:buSzPts val="3200"/>
              <a:buFont typeface="Arial" panose="020B0604020202020204"/>
              <a:buNone/>
            </a:pPr>
          </a:p>
        </p:txBody>
      </p:sp>
      <p:sp>
        <p:nvSpPr>
          <p:cNvPr id="279" name="Google Shape;279;p29"/>
          <p:cNvSpPr/>
          <p:nvPr/>
        </p:nvSpPr>
        <p:spPr>
          <a:xfrm>
            <a:off x="1485900" y="1143000"/>
            <a:ext cx="6115050" cy="4686300"/>
          </a:xfrm>
          <a:prstGeom prst="roundRect">
            <a:avLst>
              <a:gd name="adj" fmla="val 16667"/>
            </a:avLst>
          </a:prstGeom>
          <a:solidFill>
            <a:srgbClr val="FFD95C"/>
          </a:solidFill>
          <a:ln w="9525" cap="flat" cmpd="sng">
            <a:solidFill>
              <a:srgbClr val="F7A427"/>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panose="020B0604020202020204"/>
              <a:ea typeface="Arial" panose="020B0604020202020204"/>
              <a:cs typeface="Arial" panose="020B0604020202020204"/>
              <a:sym typeface="Arial" panose="020B0604020202020204"/>
            </a:endParaRPr>
          </a:p>
        </p:txBody>
      </p:sp>
      <p:sp>
        <p:nvSpPr>
          <p:cNvPr id="280" name="Google Shape;280;p29"/>
          <p:cNvSpPr txBox="1"/>
          <p:nvPr/>
        </p:nvSpPr>
        <p:spPr>
          <a:xfrm>
            <a:off x="7486650" y="1714500"/>
            <a:ext cx="376237" cy="55403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FFD95C"/>
              </a:buClr>
              <a:buSzPts val="3000"/>
              <a:buFont typeface="Calibri" panose="020F0502020204030204"/>
              <a:buNone/>
            </a:pPr>
            <a:r>
              <a:rPr lang="en-US" sz="3000" b="1" i="0" u="none">
                <a:solidFill>
                  <a:srgbClr val="FFD95C"/>
                </a:solidFill>
                <a:latin typeface="Calibri" panose="020F0502020204030204"/>
                <a:ea typeface="Calibri" panose="020F0502020204030204"/>
                <a:cs typeface="Calibri" panose="020F0502020204030204"/>
                <a:sym typeface="Calibri" panose="020F0502020204030204"/>
              </a:rPr>
              <a:t>*</a:t>
            </a:r>
            <a:endParaRPr lang="en-US" sz="3000" b="1" i="0" u="none">
              <a:solidFill>
                <a:srgbClr val="FFD95C"/>
              </a:solidFill>
              <a:latin typeface="Calibri" panose="020F0502020204030204"/>
              <a:ea typeface="Calibri" panose="020F0502020204030204"/>
              <a:cs typeface="Calibri" panose="020F0502020204030204"/>
              <a:sym typeface="Calibri" panose="020F0502020204030204"/>
            </a:endParaRPr>
          </a:p>
        </p:txBody>
      </p:sp>
      <p:sp>
        <p:nvSpPr>
          <p:cNvPr id="281" name="Google Shape;281;p29"/>
          <p:cNvSpPr txBox="1"/>
          <p:nvPr/>
        </p:nvSpPr>
        <p:spPr>
          <a:xfrm>
            <a:off x="6515100" y="857250"/>
            <a:ext cx="457200" cy="55403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660066"/>
              </a:buClr>
              <a:buSzPts val="3000"/>
              <a:buFont typeface="Calibri" panose="020F0502020204030204"/>
              <a:buNone/>
            </a:pPr>
            <a:r>
              <a:rPr lang="en-US" sz="3000" b="1" i="0" u="none">
                <a:solidFill>
                  <a:srgbClr val="660066"/>
                </a:solidFill>
                <a:latin typeface="Calibri" panose="020F0502020204030204"/>
                <a:ea typeface="Calibri" panose="020F0502020204030204"/>
                <a:cs typeface="Calibri" panose="020F0502020204030204"/>
                <a:sym typeface="Calibri" panose="020F0502020204030204"/>
              </a:rPr>
              <a:t>*</a:t>
            </a:r>
            <a:endParaRPr lang="en-US" sz="3000" b="1" i="0" u="none">
              <a:solidFill>
                <a:srgbClr val="660066"/>
              </a:solidFill>
              <a:latin typeface="Calibri" panose="020F0502020204030204"/>
              <a:ea typeface="Calibri" panose="020F0502020204030204"/>
              <a:cs typeface="Calibri" panose="020F0502020204030204"/>
              <a:sym typeface="Calibri" panose="020F0502020204030204"/>
            </a:endParaRPr>
          </a:p>
        </p:txBody>
      </p:sp>
      <p:sp>
        <p:nvSpPr>
          <p:cNvPr id="282" name="Google Shape;282;p29"/>
          <p:cNvSpPr txBox="1"/>
          <p:nvPr/>
        </p:nvSpPr>
        <p:spPr>
          <a:xfrm>
            <a:off x="1428750" y="1833562"/>
            <a:ext cx="5943600" cy="3865562"/>
          </a:xfrm>
          <a:prstGeom prst="rect">
            <a:avLst/>
          </a:prstGeom>
          <a:noFill/>
          <a:ln>
            <a:noFill/>
          </a:ln>
        </p:spPr>
        <p:txBody>
          <a:bodyPr spcFirstLastPara="1" wrap="square" lIns="91425" tIns="45700" rIns="91425" bIns="45700" anchor="t" anchorCtr="0">
            <a:spAutoFit/>
          </a:bodyPr>
          <a:lstStyle/>
          <a:p>
            <a:pPr marL="213995" marR="0" lvl="1" indent="-213995" algn="l" rtl="0">
              <a:lnSpc>
                <a:spcPct val="100000"/>
              </a:lnSpc>
              <a:spcBef>
                <a:spcPts val="0"/>
              </a:spcBef>
              <a:spcAft>
                <a:spcPts val="0"/>
              </a:spcAft>
              <a:buClr>
                <a:schemeClr val="dk1"/>
              </a:buClr>
              <a:buSzPts val="1800"/>
              <a:buFont typeface="Arial" panose="020B0604020202020204"/>
              <a:buChar char="•"/>
            </a:pPr>
            <a:r>
              <a:rPr lang="en-US" sz="1800" b="0" i="0" u="none" strike="noStrike" cap="none">
                <a:solidFill>
                  <a:schemeClr val="dk1"/>
                </a:solidFill>
                <a:latin typeface="Helvetica Neue" panose="020B0604020202020204"/>
                <a:ea typeface="Helvetica Neue" panose="020B0604020202020204"/>
                <a:cs typeface="Helvetica Neue" panose="020B0604020202020204"/>
                <a:sym typeface="Helvetica Neue" panose="020B0604020202020204"/>
              </a:rPr>
              <a:t>Demography is the statistical study of human population with </a:t>
            </a:r>
            <a:endParaRPr lang="en-US" sz="1800" b="0" i="0" u="none" strike="noStrike" cap="none">
              <a:solidFill>
                <a:schemeClr val="dk1"/>
              </a:solidFill>
              <a:latin typeface="Helvetica Neue" panose="020B0604020202020204"/>
              <a:ea typeface="Helvetica Neue" panose="020B0604020202020204"/>
              <a:cs typeface="Helvetica Neue" panose="020B0604020202020204"/>
              <a:sym typeface="Helvetica Neue" panose="020B0604020202020204"/>
            </a:endParaRPr>
          </a:p>
          <a:p>
            <a:pPr marL="213995" marR="0" lvl="1" indent="-213995" algn="l" rtl="0">
              <a:lnSpc>
                <a:spcPct val="100000"/>
              </a:lnSpc>
              <a:spcBef>
                <a:spcPts val="0"/>
              </a:spcBef>
              <a:spcAft>
                <a:spcPts val="0"/>
              </a:spcAft>
              <a:buClr>
                <a:schemeClr val="dk1"/>
              </a:buClr>
              <a:buSzPts val="1800"/>
              <a:buFont typeface="Helvetica Neue" panose="020B0604020202020204"/>
              <a:buNone/>
            </a:pPr>
            <a:r>
              <a:rPr lang="en-US" sz="1800" b="0" i="0" u="none" strike="noStrike" cap="none">
                <a:solidFill>
                  <a:schemeClr val="dk1"/>
                </a:solidFill>
                <a:latin typeface="Helvetica Neue" panose="020B0604020202020204"/>
                <a:ea typeface="Helvetica Neue" panose="020B0604020202020204"/>
                <a:cs typeface="Helvetica Neue" panose="020B0604020202020204"/>
                <a:sym typeface="Helvetica Neue" panose="020B0604020202020204"/>
              </a:rPr>
              <a:t>regard to size, density and other characteristics, i.e., age, race, gender &amp; income. </a:t>
            </a:r>
            <a:endParaRPr lang="en-US" sz="1800" b="0" i="0" u="none" strike="noStrike" cap="none">
              <a:solidFill>
                <a:schemeClr val="dk1"/>
              </a:solidFill>
              <a:latin typeface="Helvetica Neue" panose="020B0604020202020204"/>
              <a:ea typeface="Helvetica Neue" panose="020B0604020202020204"/>
              <a:cs typeface="Helvetica Neue" panose="020B0604020202020204"/>
              <a:sym typeface="Helvetica Neue" panose="020B0604020202020204"/>
            </a:endParaRPr>
          </a:p>
          <a:p>
            <a:pPr marL="213995" marR="0" lvl="1" indent="-213995" algn="l" rtl="0">
              <a:lnSpc>
                <a:spcPct val="100000"/>
              </a:lnSpc>
              <a:spcBef>
                <a:spcPts val="0"/>
              </a:spcBef>
              <a:spcAft>
                <a:spcPts val="0"/>
              </a:spcAft>
              <a:buClr>
                <a:schemeClr val="dk1"/>
              </a:buClr>
              <a:buSzPts val="1800"/>
              <a:buFont typeface="Helvetica Neue" panose="020B0604020202020204"/>
              <a:buNone/>
            </a:pPr>
            <a:r>
              <a:rPr lang="en-US" sz="1800" b="0" i="0" u="none" strike="noStrike" cap="none">
                <a:solidFill>
                  <a:schemeClr val="dk1"/>
                </a:solidFill>
                <a:latin typeface="Helvetica Neue" panose="020B0604020202020204"/>
                <a:ea typeface="Helvetica Neue" panose="020B0604020202020204"/>
                <a:cs typeface="Helvetica Neue" panose="020B0604020202020204"/>
                <a:sym typeface="Helvetica Neue" panose="020B0604020202020204"/>
              </a:rPr>
              <a:t>- Diversity has grown from just recruiting minority and female workers. </a:t>
            </a:r>
            <a:endParaRPr lang="en-US" sz="1800" b="0" i="0" u="none" strike="noStrike" cap="none">
              <a:solidFill>
                <a:schemeClr val="dk1"/>
              </a:solidFill>
              <a:latin typeface="Helvetica Neue" panose="020B0604020202020204"/>
              <a:ea typeface="Helvetica Neue" panose="020B0604020202020204"/>
              <a:cs typeface="Helvetica Neue" panose="020B0604020202020204"/>
              <a:sym typeface="Helvetica Neue" panose="020B0604020202020204"/>
            </a:endParaRPr>
          </a:p>
          <a:p>
            <a:pPr marL="213995" marR="0" lvl="1" indent="-213995" algn="l" rtl="0">
              <a:lnSpc>
                <a:spcPct val="100000"/>
              </a:lnSpc>
              <a:spcBef>
                <a:spcPts val="0"/>
              </a:spcBef>
              <a:spcAft>
                <a:spcPts val="0"/>
              </a:spcAft>
              <a:buClr>
                <a:schemeClr val="dk1"/>
              </a:buClr>
              <a:buSzPts val="1800"/>
              <a:buFont typeface="Helvetica Neue" panose="020B0604020202020204"/>
              <a:buNone/>
            </a:pPr>
            <a:r>
              <a:rPr lang="en-US" sz="1800" b="0" i="0" u="none" strike="noStrike" cap="none">
                <a:solidFill>
                  <a:schemeClr val="dk1"/>
                </a:solidFill>
                <a:latin typeface="Helvetica Neue" panose="020B0604020202020204"/>
                <a:ea typeface="Helvetica Neue" panose="020B0604020202020204"/>
                <a:cs typeface="Helvetica Neue" panose="020B0604020202020204"/>
                <a:sym typeface="Helvetica Neue" panose="020B0604020202020204"/>
              </a:rPr>
              <a:t>- Two income families</a:t>
            </a:r>
            <a:endParaRPr lang="en-US" sz="1800" b="0" i="0" u="none" strike="noStrike" cap="none">
              <a:solidFill>
                <a:schemeClr val="dk1"/>
              </a:solidFill>
              <a:latin typeface="Helvetica Neue" panose="020B0604020202020204"/>
              <a:ea typeface="Helvetica Neue" panose="020B0604020202020204"/>
              <a:cs typeface="Helvetica Neue" panose="020B0604020202020204"/>
              <a:sym typeface="Helvetica Neue" panose="020B0604020202020204"/>
            </a:endParaRPr>
          </a:p>
          <a:p>
            <a:pPr marL="213995" marR="0" lvl="1" indent="-144145" algn="l" rtl="0">
              <a:lnSpc>
                <a:spcPct val="100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Helvetica Neue" panose="020B0604020202020204"/>
              <a:ea typeface="Helvetica Neue" panose="020B0604020202020204"/>
              <a:cs typeface="Helvetica Neue" panose="020B0604020202020204"/>
              <a:sym typeface="Helvetica Neue" panose="020B0604020202020204"/>
            </a:endParaRPr>
          </a:p>
          <a:p>
            <a:pPr marL="213995" marR="0" lvl="1" indent="-144145" algn="l" rtl="0">
              <a:lnSpc>
                <a:spcPct val="100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Helvetica Neue" panose="020B0604020202020204"/>
              <a:ea typeface="Helvetica Neue" panose="020B0604020202020204"/>
              <a:cs typeface="Helvetica Neue" panose="020B0604020202020204"/>
              <a:sym typeface="Helvetica Neue" panose="020B0604020202020204"/>
            </a:endParaRPr>
          </a:p>
          <a:p>
            <a:pPr marL="213995" marR="0" lvl="1" indent="-144145" algn="l" rtl="0">
              <a:lnSpc>
                <a:spcPct val="100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Helvetica Neue" panose="020B0604020202020204"/>
              <a:ea typeface="Helvetica Neue" panose="020B0604020202020204"/>
              <a:cs typeface="Helvetica Neue" panose="020B0604020202020204"/>
              <a:sym typeface="Helvetica Neue" panose="020B0604020202020204"/>
            </a:endParaRPr>
          </a:p>
          <a:p>
            <a:pPr marL="213995" marR="0" lvl="1" indent="-144145" algn="l" rtl="0">
              <a:lnSpc>
                <a:spcPct val="100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Helvetica Neue" panose="020B0604020202020204"/>
              <a:ea typeface="Helvetica Neue" panose="020B0604020202020204"/>
              <a:cs typeface="Helvetica Neue" panose="020B0604020202020204"/>
              <a:sym typeface="Helvetica Neue" panose="020B0604020202020204"/>
            </a:endParaRPr>
          </a:p>
          <a:p>
            <a:pPr marL="213995" marR="0" lvl="1" indent="-144145" algn="l" rtl="0">
              <a:lnSpc>
                <a:spcPct val="100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Helvetica Neue" panose="020B0604020202020204"/>
              <a:ea typeface="Helvetica Neue" panose="020B0604020202020204"/>
              <a:cs typeface="Helvetica Neue" panose="020B0604020202020204"/>
              <a:sym typeface="Helvetica Neue" panose="020B0604020202020204"/>
            </a:endParaRPr>
          </a:p>
          <a:p>
            <a:pPr marL="213995" marR="0" lvl="1" indent="-144145" algn="l" rtl="0">
              <a:lnSpc>
                <a:spcPct val="100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Helvetica Neue" panose="020B0604020202020204"/>
              <a:ea typeface="Helvetica Neue" panose="020B0604020202020204"/>
              <a:cs typeface="Helvetica Neue" panose="020B0604020202020204"/>
              <a:sym typeface="Helvetica Neue" panose="020B0604020202020204"/>
            </a:endParaRPr>
          </a:p>
          <a:p>
            <a:pPr marL="213995" marR="0" lvl="1" indent="-144145" algn="l" rtl="0">
              <a:lnSpc>
                <a:spcPct val="100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Helvetica Neue" panose="020B0604020202020204"/>
              <a:ea typeface="Helvetica Neue" panose="020B0604020202020204"/>
              <a:cs typeface="Helvetica Neue" panose="020B0604020202020204"/>
              <a:sym typeface="Helvetica Neue" panose="020B0604020202020204"/>
            </a:endParaRPr>
          </a:p>
          <a:p>
            <a:pPr marL="213995" marR="0" lvl="1" indent="-144145" algn="l" rtl="0">
              <a:lnSpc>
                <a:spcPct val="100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Helvetica Neue" panose="020B0604020202020204"/>
              <a:ea typeface="Helvetica Neue" panose="020B0604020202020204"/>
              <a:cs typeface="Helvetica Neue" panose="020B0604020202020204"/>
              <a:sym typeface="Helvetica Neue" panose="020B0604020202020204"/>
            </a:endParaRPr>
          </a:p>
          <a:p>
            <a:pPr marL="213995" marR="0" lvl="1" indent="-144145" algn="l" rtl="0">
              <a:lnSpc>
                <a:spcPct val="100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Helvetica Neue" panose="020B0604020202020204"/>
              <a:ea typeface="Helvetica Neue" panose="020B0604020202020204"/>
              <a:cs typeface="Helvetica Neue" panose="020B0604020202020204"/>
              <a:sym typeface="Helvetica Neue" panose="020B0604020202020204"/>
            </a:endParaRPr>
          </a:p>
          <a:p>
            <a:pPr marL="213995" marR="0" lvl="1" indent="-213995" algn="l" rtl="0">
              <a:lnSpc>
                <a:spcPct val="100000"/>
              </a:lnSpc>
              <a:spcBef>
                <a:spcPts val="0"/>
              </a:spcBef>
              <a:spcAft>
                <a:spcPts val="0"/>
              </a:spcAft>
              <a:buClr>
                <a:schemeClr val="dk1"/>
              </a:buClr>
              <a:buSzPts val="1800"/>
              <a:buFont typeface="Arial" panose="020B0604020202020204"/>
              <a:buChar char="•"/>
            </a:pPr>
            <a:r>
              <a:rPr lang="en-US" sz="1800" b="0" i="0" u="none" strike="noStrike" cap="none">
                <a:solidFill>
                  <a:schemeClr val="dk1"/>
                </a:solidFill>
                <a:latin typeface="Helvetica Neue" panose="020B0604020202020204"/>
                <a:ea typeface="Helvetica Neue" panose="020B0604020202020204"/>
                <a:cs typeface="Helvetica Neue" panose="020B0604020202020204"/>
                <a:sym typeface="Helvetica Neue" panose="020B0604020202020204"/>
              </a:rPr>
              <a:t>Changes in customers’ tastes and preferences</a:t>
            </a:r>
            <a:endParaRPr lang="en-US" sz="1800" b="0" i="0" u="none" strike="noStrike" cap="none">
              <a:solidFill>
                <a:schemeClr val="dk1"/>
              </a:solidFill>
              <a:latin typeface="Helvetica Neue" panose="020B0604020202020204"/>
              <a:ea typeface="Helvetica Neue" panose="020B0604020202020204"/>
              <a:cs typeface="Helvetica Neue" panose="020B0604020202020204"/>
              <a:sym typeface="Helvetica Neue" panose="020B0604020202020204"/>
            </a:endParaRPr>
          </a:p>
        </p:txBody>
      </p:sp>
      <p:sp>
        <p:nvSpPr>
          <p:cNvPr id="283" name="Google Shape;283;p29"/>
          <p:cNvSpPr txBox="1"/>
          <p:nvPr>
            <p:ph type="ctrTitle"/>
          </p:nvPr>
        </p:nvSpPr>
        <p:spPr>
          <a:xfrm>
            <a:off x="1792287" y="244475"/>
            <a:ext cx="5829300" cy="1103312"/>
          </a:xfrm>
          <a:prstGeom prst="rect">
            <a:avLst/>
          </a:prstGeom>
          <a:noFill/>
          <a:ln>
            <a:noFill/>
          </a:ln>
        </p:spPr>
        <p:txBody>
          <a:bodyPr spcFirstLastPara="1" wrap="square" lIns="91425" tIns="45700" rIns="91425" bIns="45700" anchor="ctr" anchorCtr="0">
            <a:noAutofit/>
          </a:bodyPr>
          <a:lstStyle/>
          <a:p>
            <a:pPr marL="213995" lvl="0" indent="-213995" algn="ctr" rtl="0">
              <a:lnSpc>
                <a:spcPct val="100000"/>
              </a:lnSpc>
              <a:spcBef>
                <a:spcPts val="0"/>
              </a:spcBef>
              <a:spcAft>
                <a:spcPts val="0"/>
              </a:spcAft>
              <a:buClr>
                <a:srgbClr val="000000"/>
              </a:buClr>
              <a:buSzPts val="2400"/>
              <a:buFont typeface="Helvetica Neue" panose="020B0604020202020204"/>
              <a:buNone/>
            </a:pPr>
            <a:r>
              <a:rPr lang="en-US" sz="2400" b="1" i="0" u="none">
                <a:solidFill>
                  <a:srgbClr val="000000"/>
                </a:solidFill>
                <a:latin typeface="Helvetica Neue" panose="020B0604020202020204"/>
                <a:ea typeface="Helvetica Neue" panose="020B0604020202020204"/>
                <a:cs typeface="Helvetica Neue" panose="020B0604020202020204"/>
                <a:sym typeface="Helvetica Neue" panose="020B0604020202020204"/>
              </a:rPr>
              <a:t>4. SOCIAL ENVIRONMENT </a:t>
            </a:r>
            <a:endParaRPr lang="en-US" sz="2400" b="1" i="0" u="none">
              <a:solidFill>
                <a:srgbClr val="000000"/>
              </a:solidFill>
              <a:latin typeface="Helvetica Neue" panose="020B0604020202020204"/>
              <a:ea typeface="Helvetica Neue" panose="020B0604020202020204"/>
              <a:cs typeface="Helvetica Neue" panose="020B0604020202020204"/>
              <a:sym typeface="Helvetica Neue" panose="020B0604020202020204"/>
            </a:endParaRPr>
          </a:p>
        </p:txBody>
      </p:sp>
      <p:sp>
        <p:nvSpPr>
          <p:cNvPr id="284" name="Google Shape;284;p29"/>
          <p:cNvSpPr txBox="1"/>
          <p:nvPr/>
        </p:nvSpPr>
        <p:spPr>
          <a:xfrm>
            <a:off x="6572250" y="5657850"/>
            <a:ext cx="1428750" cy="3429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chemeClr val="dk1"/>
              </a:buClr>
              <a:buSzPts val="900"/>
              <a:buFont typeface="Times New Roman" panose="02020603050405020304"/>
              <a:buNone/>
            </a:pPr>
            <a:r>
              <a:rPr lang="en-US" sz="9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1-</a:t>
            </a:r>
            <a:fld id="{00000000-1234-1234-1234-123412341234}" type="slidenum">
              <a:rPr lang="en-US" sz="9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fld>
            <a:endParaRPr lang="en-US" sz="9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285" name="Google Shape;285;p29"/>
          <p:cNvPicPr preferRelativeResize="0"/>
          <p:nvPr/>
        </p:nvPicPr>
        <p:blipFill rotWithShape="1">
          <a:blip r:embed="rId1"/>
          <a:srcRect/>
          <a:stretch>
            <a:fillRect/>
          </a:stretch>
        </p:blipFill>
        <p:spPr>
          <a:xfrm>
            <a:off x="3989200" y="3834976"/>
            <a:ext cx="3297425" cy="1483553"/>
          </a:xfrm>
          <a:prstGeom prst="rect">
            <a:avLst/>
          </a:prstGeom>
          <a:noFill/>
          <a:ln>
            <a:noFill/>
          </a:ln>
        </p:spPr>
      </p:pic>
      <p:pic>
        <p:nvPicPr>
          <p:cNvPr id="286" name="Google Shape;286;p29"/>
          <p:cNvPicPr preferRelativeResize="0"/>
          <p:nvPr/>
        </p:nvPicPr>
        <p:blipFill rotWithShape="1">
          <a:blip r:embed="rId2"/>
          <a:srcRect/>
          <a:stretch>
            <a:fillRect/>
          </a:stretch>
        </p:blipFill>
        <p:spPr>
          <a:xfrm>
            <a:off x="851820" y="3991593"/>
            <a:ext cx="2369400" cy="1314449"/>
          </a:xfrm>
          <a:prstGeom prst="rect">
            <a:avLst/>
          </a:prstGeom>
          <a:noFill/>
          <a:ln>
            <a:noFill/>
          </a:ln>
        </p:spPr>
      </p:pic>
      <p:sp>
        <p:nvSpPr>
          <p:cNvPr id="287" name="Google Shape;287;p29"/>
          <p:cNvSpPr txBox="1"/>
          <p:nvPr/>
        </p:nvSpPr>
        <p:spPr>
          <a:xfrm>
            <a:off x="4165600" y="6356350"/>
            <a:ext cx="3860800" cy="36512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panose="020B0604020202020204"/>
              <a:ea typeface="Arial" panose="020B0604020202020204"/>
              <a:cs typeface="Arial" panose="020B0604020202020204"/>
              <a:sym typeface="Arial" panose="020B0604020202020204"/>
            </a:endParaRPr>
          </a:p>
        </p:txBody>
      </p:sp>
      <p:sp>
        <p:nvSpPr>
          <p:cNvPr id="288" name="Google Shape;288;p29"/>
          <p:cNvSpPr txBox="1"/>
          <p:nvPr/>
        </p:nvSpPr>
        <p:spPr>
          <a:xfrm>
            <a:off x="8737600" y="6356350"/>
            <a:ext cx="28448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Calibri" panose="020F0502020204030204"/>
              <a:buNone/>
            </a:pPr>
            <a:fld id="{00000000-1234-1234-1234-123412341234}" type="slidenum">
              <a:rPr lang="en-US" sz="1200" b="0" i="0" u="none">
                <a:solidFill>
                  <a:srgbClr val="898989"/>
                </a:solidFill>
                <a:latin typeface="Calibri" panose="020F0502020204030204"/>
                <a:ea typeface="Calibri" panose="020F0502020204030204"/>
                <a:cs typeface="Calibri" panose="020F0502020204030204"/>
                <a:sym typeface="Calibri" panose="020F0502020204030204"/>
              </a:rPr>
            </a:fld>
            <a:endParaRPr lang="en-US" sz="1200" b="0" i="0" u="none">
              <a:solidFill>
                <a:srgbClr val="898989"/>
              </a:solidFill>
              <a:latin typeface="Calibri" panose="020F0502020204030204"/>
              <a:ea typeface="Calibri" panose="020F0502020204030204"/>
              <a:cs typeface="Calibri" panose="020F0502020204030204"/>
              <a:sym typeface="Calibri" panose="020F0502020204030204"/>
            </a:endParaRPr>
          </a:p>
        </p:txBody>
      </p:sp>
      <p:pic>
        <p:nvPicPr>
          <p:cNvPr id="289" name="Google Shape;289;p29"/>
          <p:cNvPicPr preferRelativeResize="0"/>
          <p:nvPr/>
        </p:nvPicPr>
        <p:blipFill rotWithShape="1">
          <a:blip r:embed="rId3"/>
          <a:srcRect/>
          <a:stretch>
            <a:fillRect/>
          </a:stretch>
        </p:blipFill>
        <p:spPr>
          <a:xfrm>
            <a:off x="6350" y="6165850"/>
            <a:ext cx="9144000" cy="669925"/>
          </a:xfrm>
          <a:prstGeom prst="rect">
            <a:avLst/>
          </a:prstGeom>
          <a:noFill/>
          <a:ln>
            <a:noFill/>
          </a:ln>
        </p:spPr>
      </p:pic>
      <p:pic>
        <p:nvPicPr>
          <p:cNvPr id="290" name="Google Shape;290;p29"/>
          <p:cNvPicPr preferRelativeResize="0"/>
          <p:nvPr/>
        </p:nvPicPr>
        <p:blipFill rotWithShape="1">
          <a:blip r:embed="rId4"/>
          <a:srcRect/>
          <a:stretch>
            <a:fillRect/>
          </a:stretch>
        </p:blipFill>
        <p:spPr>
          <a:xfrm>
            <a:off x="7510462" y="5054600"/>
            <a:ext cx="1549400" cy="993775"/>
          </a:xfrm>
          <a:prstGeom prst="rect">
            <a:avLst/>
          </a:prstGeom>
          <a:noFill/>
          <a:ln>
            <a:noFill/>
          </a:ln>
        </p:spPr>
      </p:pic>
      <p:pic>
        <p:nvPicPr>
          <p:cNvPr id="291" name="Google Shape;291;p29" descr="BracU Logo | Brac University"/>
          <p:cNvPicPr preferRelativeResize="0"/>
          <p:nvPr/>
        </p:nvPicPr>
        <p:blipFill rotWithShape="1">
          <a:blip r:embed="rId5"/>
          <a:srcRect/>
          <a:stretch>
            <a:fillRect/>
          </a:stretch>
        </p:blipFill>
        <p:spPr>
          <a:xfrm>
            <a:off x="84137" y="5054600"/>
            <a:ext cx="1549400" cy="11207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296" name="Shape 296"/>
        <p:cNvGrpSpPr/>
        <p:nvPr/>
      </p:nvGrpSpPr>
      <p:grpSpPr>
        <a:xfrm>
          <a:off x="0" y="0"/>
          <a:ext cx="0" cy="0"/>
          <a:chOff x="0" y="0"/>
          <a:chExt cx="0" cy="0"/>
        </a:xfrm>
      </p:grpSpPr>
      <p:sp>
        <p:nvSpPr>
          <p:cNvPr id="297" name="Google Shape;297;p30"/>
          <p:cNvSpPr txBox="1"/>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Clr>
                <a:schemeClr val="dk1"/>
              </a:buClr>
              <a:buSzPts val="3200"/>
              <a:buFont typeface="Arial" panose="020B0604020202020204"/>
              <a:buNone/>
            </a:pPr>
          </a:p>
        </p:txBody>
      </p:sp>
      <p:sp>
        <p:nvSpPr>
          <p:cNvPr id="298" name="Google Shape;298;p30"/>
          <p:cNvSpPr/>
          <p:nvPr/>
        </p:nvSpPr>
        <p:spPr>
          <a:xfrm>
            <a:off x="1485900" y="1143000"/>
            <a:ext cx="6115050" cy="4686300"/>
          </a:xfrm>
          <a:prstGeom prst="roundRect">
            <a:avLst>
              <a:gd name="adj" fmla="val 16667"/>
            </a:avLst>
          </a:prstGeom>
          <a:solidFill>
            <a:srgbClr val="FFD95C"/>
          </a:solidFill>
          <a:ln w="9525" cap="flat" cmpd="sng">
            <a:solidFill>
              <a:srgbClr val="FFD95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panose="020B0604020202020204"/>
              <a:ea typeface="Arial" panose="020B0604020202020204"/>
              <a:cs typeface="Arial" panose="020B0604020202020204"/>
              <a:sym typeface="Arial" panose="020B0604020202020204"/>
            </a:endParaRPr>
          </a:p>
        </p:txBody>
      </p:sp>
      <p:sp>
        <p:nvSpPr>
          <p:cNvPr id="299" name="Google Shape;299;p30"/>
          <p:cNvSpPr txBox="1"/>
          <p:nvPr/>
        </p:nvSpPr>
        <p:spPr>
          <a:xfrm>
            <a:off x="7486650" y="1714500"/>
            <a:ext cx="376237" cy="55403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FFD95C"/>
              </a:buClr>
              <a:buSzPts val="3000"/>
              <a:buFont typeface="Calibri" panose="020F0502020204030204"/>
              <a:buNone/>
            </a:pPr>
            <a:r>
              <a:rPr lang="en-US" sz="3000" b="1" i="0" u="none">
                <a:solidFill>
                  <a:srgbClr val="FFD95C"/>
                </a:solidFill>
                <a:latin typeface="Calibri" panose="020F0502020204030204"/>
                <a:ea typeface="Calibri" panose="020F0502020204030204"/>
                <a:cs typeface="Calibri" panose="020F0502020204030204"/>
                <a:sym typeface="Calibri" panose="020F0502020204030204"/>
              </a:rPr>
              <a:t>*</a:t>
            </a:r>
            <a:endParaRPr lang="en-US" sz="3000" b="1" i="0" u="none">
              <a:solidFill>
                <a:srgbClr val="FFD95C"/>
              </a:solidFill>
              <a:latin typeface="Calibri" panose="020F0502020204030204"/>
              <a:ea typeface="Calibri" panose="020F0502020204030204"/>
              <a:cs typeface="Calibri" panose="020F0502020204030204"/>
              <a:sym typeface="Calibri" panose="020F0502020204030204"/>
            </a:endParaRPr>
          </a:p>
        </p:txBody>
      </p:sp>
      <p:sp>
        <p:nvSpPr>
          <p:cNvPr id="300" name="Google Shape;300;p30"/>
          <p:cNvSpPr txBox="1"/>
          <p:nvPr/>
        </p:nvSpPr>
        <p:spPr>
          <a:xfrm>
            <a:off x="6515100" y="857250"/>
            <a:ext cx="457200" cy="55403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660066"/>
              </a:buClr>
              <a:buSzPts val="3000"/>
              <a:buFont typeface="Calibri" panose="020F0502020204030204"/>
              <a:buNone/>
            </a:pPr>
            <a:r>
              <a:rPr lang="en-US" sz="3000" b="1" i="0" u="none">
                <a:solidFill>
                  <a:srgbClr val="660066"/>
                </a:solidFill>
                <a:latin typeface="Calibri" panose="020F0502020204030204"/>
                <a:ea typeface="Calibri" panose="020F0502020204030204"/>
                <a:cs typeface="Calibri" panose="020F0502020204030204"/>
                <a:sym typeface="Calibri" panose="020F0502020204030204"/>
              </a:rPr>
              <a:t>*</a:t>
            </a:r>
            <a:endParaRPr lang="en-US" sz="3000" b="1" i="0" u="none">
              <a:solidFill>
                <a:srgbClr val="660066"/>
              </a:solidFill>
              <a:latin typeface="Calibri" panose="020F0502020204030204"/>
              <a:ea typeface="Calibri" panose="020F0502020204030204"/>
              <a:cs typeface="Calibri" panose="020F0502020204030204"/>
              <a:sym typeface="Calibri" panose="020F0502020204030204"/>
            </a:endParaRPr>
          </a:p>
        </p:txBody>
      </p:sp>
      <p:sp>
        <p:nvSpPr>
          <p:cNvPr id="301" name="Google Shape;301;p30"/>
          <p:cNvSpPr txBox="1"/>
          <p:nvPr/>
        </p:nvSpPr>
        <p:spPr>
          <a:xfrm>
            <a:off x="1693862" y="2362200"/>
            <a:ext cx="5943600" cy="4983480"/>
          </a:xfrm>
          <a:prstGeom prst="rect">
            <a:avLst/>
          </a:prstGeom>
          <a:noFill/>
          <a:ln>
            <a:noFill/>
          </a:ln>
        </p:spPr>
        <p:txBody>
          <a:bodyPr spcFirstLastPara="1" wrap="square" lIns="91425" tIns="45700" rIns="91425" bIns="45700" anchor="t" anchorCtr="0">
            <a:spAutoFit/>
          </a:bodyPr>
          <a:lstStyle/>
          <a:p>
            <a:pPr marL="4445" marR="0" lvl="1" indent="0" algn="l" rtl="0">
              <a:lnSpc>
                <a:spcPct val="100000"/>
              </a:lnSpc>
              <a:spcBef>
                <a:spcPts val="0"/>
              </a:spcBef>
              <a:spcAft>
                <a:spcPts val="0"/>
              </a:spcAft>
              <a:buClr>
                <a:srgbClr val="000000"/>
              </a:buClr>
              <a:buSzPts val="1800"/>
              <a:buFont typeface="Tahoma" panose="020B0604030504040204"/>
              <a:buNone/>
            </a:pPr>
            <a:r>
              <a:rPr lang="en-US" sz="1800" b="1" i="0" u="none" strike="noStrike" cap="none">
                <a:solidFill>
                  <a:srgbClr val="000000"/>
                </a:solidFill>
                <a:latin typeface="Tahoma" panose="020B0604030504040204"/>
                <a:ea typeface="Tahoma" panose="020B0604030504040204"/>
                <a:cs typeface="Tahoma" panose="020B0604030504040204"/>
                <a:sym typeface="Tahoma" panose="020B0604030504040204"/>
              </a:rPr>
              <a:t>Significant changes in global environment are </a:t>
            </a:r>
            <a:endParaRPr lang="en-US" sz="1800" b="1" i="0" u="none" strike="noStrike" cap="none">
              <a:solidFill>
                <a:srgbClr val="000000"/>
              </a:solidFill>
              <a:latin typeface="Tahoma" panose="020B0604030504040204"/>
              <a:ea typeface="Tahoma" panose="020B0604030504040204"/>
              <a:cs typeface="Tahoma" panose="020B0604030504040204"/>
              <a:sym typeface="Tahoma" panose="020B0604030504040204"/>
            </a:endParaRPr>
          </a:p>
          <a:p>
            <a:pPr marL="4445" marR="0" lvl="1" indent="0" algn="l" rtl="0">
              <a:lnSpc>
                <a:spcPct val="100000"/>
              </a:lnSpc>
              <a:spcBef>
                <a:spcPts val="0"/>
              </a:spcBef>
              <a:spcAft>
                <a:spcPts val="0"/>
              </a:spcAft>
              <a:buClr>
                <a:srgbClr val="000000"/>
              </a:buClr>
              <a:buSzPts val="1800"/>
              <a:buFont typeface="Tahoma" panose="020B0604030504040204"/>
              <a:buNone/>
            </a:pPr>
            <a:r>
              <a:rPr lang="en-US" sz="1800" b="1" i="0" u="none" strike="noStrike" cap="none">
                <a:solidFill>
                  <a:srgbClr val="000000"/>
                </a:solidFill>
                <a:latin typeface="Tahoma" panose="020B0604030504040204"/>
                <a:ea typeface="Tahoma" panose="020B0604030504040204"/>
                <a:cs typeface="Tahoma" panose="020B0604030504040204"/>
                <a:sym typeface="Tahoma" panose="020B0604030504040204"/>
              </a:rPr>
              <a:t>Contributed by:</a:t>
            </a:r>
            <a:endParaRPr lang="en-US" sz="1800" b="1" i="0" u="none" strike="noStrike" cap="none">
              <a:solidFill>
                <a:srgbClr val="000000"/>
              </a:solidFill>
              <a:latin typeface="Tahoma" panose="020B0604030504040204"/>
              <a:ea typeface="Tahoma" panose="020B0604030504040204"/>
              <a:cs typeface="Tahoma" panose="020B0604030504040204"/>
              <a:sym typeface="Tahoma" panose="020B0604030504040204"/>
            </a:endParaRPr>
          </a:p>
          <a:p>
            <a:pPr marL="4445" marR="0" lvl="1" indent="0" algn="l" rtl="0">
              <a:lnSpc>
                <a:spcPct val="100000"/>
              </a:lnSpc>
              <a:spcBef>
                <a:spcPts val="0"/>
              </a:spcBef>
              <a:spcAft>
                <a:spcPts val="0"/>
              </a:spcAft>
              <a:buClr>
                <a:schemeClr val="dk1"/>
              </a:buClr>
              <a:buSzPts val="1800"/>
              <a:buFont typeface="Arial" panose="020B0604020202020204"/>
              <a:buNone/>
            </a:pPr>
            <a:endParaRPr sz="1800" b="1" i="0" u="none" strike="noStrike" cap="none">
              <a:solidFill>
                <a:srgbClr val="000000"/>
              </a:solidFill>
              <a:latin typeface="Tahoma" panose="020B0604030504040204"/>
              <a:ea typeface="Tahoma" panose="020B0604030504040204"/>
              <a:cs typeface="Tahoma" panose="020B0604030504040204"/>
              <a:sym typeface="Tahoma" panose="020B0604030504040204"/>
            </a:endParaRPr>
          </a:p>
          <a:p>
            <a:pPr marL="4445" marR="0" lvl="1" indent="-114300" algn="l" rtl="0">
              <a:lnSpc>
                <a:spcPct val="100000"/>
              </a:lnSpc>
              <a:spcBef>
                <a:spcPts val="0"/>
              </a:spcBef>
              <a:spcAft>
                <a:spcPts val="0"/>
              </a:spcAft>
              <a:buClr>
                <a:srgbClr val="000000"/>
              </a:buClr>
              <a:buSzPts val="1800"/>
              <a:buFont typeface="Arial" panose="020B0604020202020204"/>
              <a:buChar char="•"/>
            </a:pPr>
            <a:r>
              <a:rPr lang="en-US" sz="1800" b="0" i="0" u="none" strike="noStrike" cap="none">
                <a:solidFill>
                  <a:srgbClr val="000000"/>
                </a:solidFill>
                <a:latin typeface="Tahoma" panose="020B0604030504040204"/>
                <a:ea typeface="Tahoma" panose="020B0604030504040204"/>
                <a:cs typeface="Tahoma" panose="020B0604030504040204"/>
                <a:sym typeface="Tahoma" panose="020B0604030504040204"/>
              </a:rPr>
              <a:t>Increase of global competition</a:t>
            </a:r>
            <a:endParaRPr lang="en-US" sz="1800" b="0" i="0" u="none" strike="noStrike" cap="none">
              <a:solidFill>
                <a:srgbClr val="000000"/>
              </a:solidFill>
              <a:latin typeface="Tahoma" panose="020B0604030504040204"/>
              <a:ea typeface="Tahoma" panose="020B0604030504040204"/>
              <a:cs typeface="Tahoma" panose="020B0604030504040204"/>
              <a:sym typeface="Tahoma" panose="020B0604030504040204"/>
            </a:endParaRPr>
          </a:p>
          <a:p>
            <a:pPr marL="4445" marR="0" lvl="1" indent="0" algn="l" rtl="0">
              <a:lnSpc>
                <a:spcPct val="100000"/>
              </a:lnSpc>
              <a:spcBef>
                <a:spcPts val="0"/>
              </a:spcBef>
              <a:spcAft>
                <a:spcPts val="0"/>
              </a:spcAft>
              <a:buClr>
                <a:schemeClr val="dk1"/>
              </a:buClr>
              <a:buSzPts val="1800"/>
              <a:buFont typeface="Arial" panose="020B0604020202020204"/>
              <a:buNone/>
            </a:pPr>
            <a:endParaRPr sz="1800" b="0" i="0" u="none" strike="noStrike" cap="none">
              <a:solidFill>
                <a:srgbClr val="000000"/>
              </a:solidFill>
              <a:latin typeface="Tahoma" panose="020B0604030504040204"/>
              <a:ea typeface="Tahoma" panose="020B0604030504040204"/>
              <a:cs typeface="Tahoma" panose="020B0604030504040204"/>
              <a:sym typeface="Tahoma" panose="020B0604030504040204"/>
            </a:endParaRPr>
          </a:p>
          <a:p>
            <a:pPr marL="4445" marR="0" lvl="1" indent="-114300" algn="l" rtl="0">
              <a:lnSpc>
                <a:spcPct val="100000"/>
              </a:lnSpc>
              <a:spcBef>
                <a:spcPts val="0"/>
              </a:spcBef>
              <a:spcAft>
                <a:spcPts val="0"/>
              </a:spcAft>
              <a:buClr>
                <a:srgbClr val="000000"/>
              </a:buClr>
              <a:buSzPts val="1800"/>
              <a:buFont typeface="Arial" panose="020B0604020202020204"/>
              <a:buChar char="•"/>
            </a:pPr>
            <a:r>
              <a:rPr lang="en-US" sz="1800" b="0" i="0" u="none" strike="noStrike" cap="none">
                <a:solidFill>
                  <a:srgbClr val="000000"/>
                </a:solidFill>
                <a:latin typeface="Tahoma" panose="020B0604030504040204"/>
                <a:ea typeface="Tahoma" panose="020B0604030504040204"/>
                <a:cs typeface="Tahoma" panose="020B0604030504040204"/>
                <a:sym typeface="Tahoma" panose="020B0604030504040204"/>
              </a:rPr>
              <a:t>Increase of free trade among nations</a:t>
            </a:r>
            <a:endParaRPr lang="en-US" sz="1800" b="0" i="0" u="none" strike="noStrike" cap="none">
              <a:solidFill>
                <a:srgbClr val="000000"/>
              </a:solidFill>
              <a:latin typeface="Tahoma" panose="020B0604030504040204"/>
              <a:ea typeface="Tahoma" panose="020B0604030504040204"/>
              <a:cs typeface="Tahoma" panose="020B0604030504040204"/>
              <a:sym typeface="Tahoma" panose="020B0604030504040204"/>
            </a:endParaRPr>
          </a:p>
          <a:p>
            <a:pPr marL="4445" marR="0" lvl="1" indent="-114300" algn="l" rtl="0">
              <a:lnSpc>
                <a:spcPct val="100000"/>
              </a:lnSpc>
              <a:spcBef>
                <a:spcPts val="0"/>
              </a:spcBef>
              <a:spcAft>
                <a:spcPts val="0"/>
              </a:spcAft>
              <a:buClr>
                <a:srgbClr val="000000"/>
              </a:buClr>
              <a:buSzPts val="1800"/>
              <a:buFont typeface="Arial" panose="020B0604020202020204"/>
              <a:buChar char="•"/>
            </a:pPr>
            <a:endParaRPr lang="en-US" sz="1800" b="0" i="0" u="none" strike="noStrike" cap="none">
              <a:solidFill>
                <a:srgbClr val="000000"/>
              </a:solidFill>
              <a:latin typeface="Tahoma" panose="020B0604030504040204"/>
              <a:ea typeface="Tahoma" panose="020B0604030504040204"/>
              <a:cs typeface="Tahoma" panose="020B0604030504040204"/>
              <a:sym typeface="Tahoma" panose="020B0604030504040204"/>
            </a:endParaRPr>
          </a:p>
          <a:p>
            <a:pPr marL="4445" marR="0" lvl="1" indent="0" algn="l" rtl="0">
              <a:lnSpc>
                <a:spcPct val="100000"/>
              </a:lnSpc>
              <a:spcBef>
                <a:spcPts val="0"/>
              </a:spcBef>
              <a:spcAft>
                <a:spcPts val="0"/>
              </a:spcAft>
              <a:buClr>
                <a:srgbClr val="000000"/>
              </a:buClr>
              <a:buSzPts val="1500"/>
              <a:buFont typeface="Times New Roman" panose="02020603050405020304"/>
              <a:buNone/>
            </a:pPr>
            <a:r>
              <a:rPr lang="en-US" sz="1800" b="1">
                <a:latin typeface="Times New Roman" panose="02020603050405020304"/>
                <a:ea typeface="Times New Roman" panose="02020603050405020304"/>
                <a:cs typeface="Times New Roman" panose="02020603050405020304"/>
                <a:sym typeface="Times New Roman" panose="02020603050405020304"/>
              </a:rPr>
              <a:t>Negative effects of globalization on businesses:</a:t>
            </a:r>
            <a:endParaRPr lang="en-US" sz="1800" b="1"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4445" marR="0" lvl="1" indent="0" algn="l" rtl="0">
              <a:lnSpc>
                <a:spcPct val="100000"/>
              </a:lnSpc>
              <a:spcBef>
                <a:spcPts val="0"/>
              </a:spcBef>
              <a:spcAft>
                <a:spcPts val="0"/>
              </a:spcAft>
              <a:buClr>
                <a:schemeClr val="dk1"/>
              </a:buClr>
              <a:buSzPts val="1500"/>
              <a:buFont typeface="Arial" panose="020B0604020202020204"/>
              <a:buNone/>
            </a:pPr>
            <a:endParaRPr sz="1800" b="1"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4445" marR="0" lvl="1" indent="-95250" algn="l" rtl="0">
              <a:lnSpc>
                <a:spcPct val="100000"/>
              </a:lnSpc>
              <a:spcBef>
                <a:spcPts val="0"/>
              </a:spcBef>
              <a:spcAft>
                <a:spcPts val="0"/>
              </a:spcAft>
              <a:buClr>
                <a:srgbClr val="000000"/>
              </a:buClr>
              <a:buSzPts val="1500"/>
              <a:buFont typeface="Arial" panose="020B0604020202020204"/>
              <a:buChar char="•"/>
            </a:pPr>
            <a:r>
              <a:rPr lang="en-US" sz="1800">
                <a:latin typeface="Times New Roman" panose="02020603050405020304"/>
                <a:ea typeface="Times New Roman" panose="02020603050405020304"/>
                <a:cs typeface="Times New Roman" panose="02020603050405020304"/>
                <a:sym typeface="Times New Roman" panose="02020603050405020304"/>
              </a:rPr>
              <a:t>Wars and terrorism </a:t>
            </a:r>
            <a:endParaRPr lang="en-US" sz="18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4445" marR="0" lvl="1" indent="0" algn="l" rtl="0">
              <a:lnSpc>
                <a:spcPct val="100000"/>
              </a:lnSpc>
              <a:spcBef>
                <a:spcPts val="0"/>
              </a:spcBef>
              <a:spcAft>
                <a:spcPts val="0"/>
              </a:spcAft>
              <a:buClr>
                <a:schemeClr val="dk1"/>
              </a:buClr>
              <a:buSzPts val="1500"/>
              <a:buFont typeface="Arial" panose="020B0604020202020204"/>
              <a:buNone/>
            </a:pPr>
            <a:endParaRPr sz="18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4445" marR="0" lvl="1" indent="-95250" algn="l" rtl="0">
              <a:lnSpc>
                <a:spcPct val="100000"/>
              </a:lnSpc>
              <a:spcBef>
                <a:spcPts val="0"/>
              </a:spcBef>
              <a:spcAft>
                <a:spcPts val="0"/>
              </a:spcAft>
              <a:buClr>
                <a:srgbClr val="000000"/>
              </a:buClr>
              <a:buSzPts val="1500"/>
              <a:buFont typeface="Arial" panose="020B0604020202020204"/>
              <a:buChar char="•"/>
            </a:pPr>
            <a:r>
              <a:rPr lang="en-US" sz="1800">
                <a:latin typeface="Times New Roman" panose="02020603050405020304"/>
                <a:ea typeface="Times New Roman" panose="02020603050405020304"/>
                <a:cs typeface="Times New Roman" panose="02020603050405020304"/>
                <a:sym typeface="Times New Roman" panose="02020603050405020304"/>
              </a:rPr>
              <a:t>Global Pandemic</a:t>
            </a:r>
            <a:endParaRPr lang="en-US" sz="18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4445" marR="0" lvl="1" indent="-114300" algn="l" rtl="0">
              <a:lnSpc>
                <a:spcPct val="100000"/>
              </a:lnSpc>
              <a:spcBef>
                <a:spcPts val="0"/>
              </a:spcBef>
              <a:spcAft>
                <a:spcPts val="0"/>
              </a:spcAft>
              <a:buClr>
                <a:srgbClr val="000000"/>
              </a:buClr>
              <a:buSzPts val="1800"/>
              <a:buFont typeface="Arial" panose="020B0604020202020204"/>
              <a:buChar char="•"/>
            </a:pPr>
            <a:endParaRPr lang="en-US" sz="1800" b="0" i="0" u="none" strike="noStrike" cap="none">
              <a:solidFill>
                <a:srgbClr val="000000"/>
              </a:solidFill>
              <a:latin typeface="Tahoma" panose="020B0604030504040204"/>
              <a:ea typeface="Tahoma" panose="020B0604030504040204"/>
              <a:cs typeface="Tahoma" panose="020B0604030504040204"/>
              <a:sym typeface="Tahoma" panose="020B0604030504040204"/>
            </a:endParaRPr>
          </a:p>
          <a:p>
            <a:pPr marL="4445" marR="0" lvl="1" indent="0" algn="l" rtl="0">
              <a:lnSpc>
                <a:spcPct val="100000"/>
              </a:lnSpc>
              <a:spcBef>
                <a:spcPts val="0"/>
              </a:spcBef>
              <a:spcAft>
                <a:spcPts val="0"/>
              </a:spcAft>
              <a:buClr>
                <a:schemeClr val="dk1"/>
              </a:buClr>
              <a:buSzPts val="1800"/>
              <a:buFont typeface="Arial" panose="020B0604020202020204"/>
              <a:buNone/>
            </a:pPr>
            <a:endParaRPr sz="1800" b="0" i="0" u="none" strike="noStrike" cap="none">
              <a:solidFill>
                <a:srgbClr val="000000"/>
              </a:solidFill>
              <a:latin typeface="Helvetica Neue" panose="020B0604020202020204"/>
              <a:ea typeface="Helvetica Neue" panose="020B0604020202020204"/>
              <a:cs typeface="Helvetica Neue" panose="020B0604020202020204"/>
              <a:sym typeface="Helvetica Neue" panose="020B0604020202020204"/>
            </a:endParaRPr>
          </a:p>
          <a:p>
            <a:pPr marL="4445" marR="0" lvl="1" indent="0" algn="l" rtl="0">
              <a:lnSpc>
                <a:spcPct val="100000"/>
              </a:lnSpc>
              <a:spcBef>
                <a:spcPts val="0"/>
              </a:spcBef>
              <a:spcAft>
                <a:spcPts val="0"/>
              </a:spcAft>
              <a:buClr>
                <a:schemeClr val="dk1"/>
              </a:buClr>
              <a:buSzPts val="1800"/>
              <a:buFont typeface="Arial" panose="020B0604020202020204"/>
              <a:buNone/>
            </a:pPr>
            <a:endParaRPr sz="1800" b="0" i="0" u="none" strike="noStrike" cap="none">
              <a:solidFill>
                <a:srgbClr val="000000"/>
              </a:solidFill>
              <a:latin typeface="Helvetica Neue" panose="020B0604020202020204"/>
              <a:ea typeface="Helvetica Neue" panose="020B0604020202020204"/>
              <a:cs typeface="Helvetica Neue" panose="020B0604020202020204"/>
              <a:sym typeface="Helvetica Neue" panose="020B0604020202020204"/>
            </a:endParaRPr>
          </a:p>
          <a:p>
            <a:pPr marL="4445" marR="0" lvl="1" indent="0" algn="l" rtl="0">
              <a:lnSpc>
                <a:spcPct val="100000"/>
              </a:lnSpc>
              <a:spcBef>
                <a:spcPts val="0"/>
              </a:spcBef>
              <a:spcAft>
                <a:spcPts val="0"/>
              </a:spcAft>
              <a:buClr>
                <a:schemeClr val="dk1"/>
              </a:buClr>
              <a:buSzPts val="1800"/>
              <a:buFont typeface="Arial" panose="020B0604020202020204"/>
              <a:buNone/>
            </a:pPr>
            <a:endParaRPr sz="1800" b="0" i="0" u="none" strike="noStrike" cap="none">
              <a:solidFill>
                <a:srgbClr val="000000"/>
              </a:solidFill>
              <a:latin typeface="Helvetica Neue" panose="020B0604020202020204"/>
              <a:ea typeface="Helvetica Neue" panose="020B0604020202020204"/>
              <a:cs typeface="Helvetica Neue" panose="020B0604020202020204"/>
              <a:sym typeface="Helvetica Neue" panose="020B0604020202020204"/>
            </a:endParaRPr>
          </a:p>
          <a:p>
            <a:pPr marL="4445" marR="0" lvl="1" indent="0" algn="l" rtl="0">
              <a:lnSpc>
                <a:spcPct val="100000"/>
              </a:lnSpc>
              <a:spcBef>
                <a:spcPts val="0"/>
              </a:spcBef>
              <a:spcAft>
                <a:spcPts val="0"/>
              </a:spcAft>
              <a:buClr>
                <a:schemeClr val="dk1"/>
              </a:buClr>
              <a:buSzPts val="1800"/>
              <a:buFont typeface="Arial" panose="020B0604020202020204"/>
              <a:buNone/>
            </a:pPr>
            <a:endParaRPr sz="1800" b="0" i="0" u="none" strike="noStrike" cap="none">
              <a:solidFill>
                <a:srgbClr val="000000"/>
              </a:solidFill>
              <a:latin typeface="Helvetica Neue" panose="020B0604020202020204"/>
              <a:ea typeface="Helvetica Neue" panose="020B0604020202020204"/>
              <a:cs typeface="Helvetica Neue" panose="020B0604020202020204"/>
              <a:sym typeface="Helvetica Neue" panose="020B0604020202020204"/>
            </a:endParaRPr>
          </a:p>
          <a:p>
            <a:pPr marL="385445" marR="0" lvl="0" indent="-385445" algn="l" rtl="0">
              <a:lnSpc>
                <a:spcPct val="100000"/>
              </a:lnSpc>
              <a:spcBef>
                <a:spcPts val="0"/>
              </a:spcBef>
              <a:spcAft>
                <a:spcPts val="0"/>
              </a:spcAft>
              <a:buClr>
                <a:schemeClr val="dk1"/>
              </a:buClr>
              <a:buSzPts val="600"/>
              <a:buFont typeface="Arial" panose="020B0604020202020204"/>
              <a:buNone/>
            </a:pPr>
            <a:endParaRPr sz="600" b="0" i="1" u="none">
              <a:solidFill>
                <a:srgbClr val="000000"/>
              </a:solidFill>
              <a:latin typeface="Calibri" panose="020F0502020204030204"/>
              <a:ea typeface="Calibri" panose="020F0502020204030204"/>
              <a:cs typeface="Calibri" panose="020F0502020204030204"/>
              <a:sym typeface="Calibri" panose="020F0502020204030204"/>
            </a:endParaRPr>
          </a:p>
          <a:p>
            <a:pPr marL="0" marR="0" lvl="0" indent="0" algn="l" rtl="0">
              <a:lnSpc>
                <a:spcPct val="100000"/>
              </a:lnSpc>
              <a:spcBef>
                <a:spcPts val="0"/>
              </a:spcBef>
              <a:spcAft>
                <a:spcPts val="0"/>
              </a:spcAft>
              <a:buNone/>
            </a:pPr>
            <a:endParaRPr sz="600" b="0" i="1" u="non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302" name="Google Shape;302;p30"/>
          <p:cNvSpPr txBox="1"/>
          <p:nvPr>
            <p:ph type="ctrTitle"/>
          </p:nvPr>
        </p:nvSpPr>
        <p:spPr>
          <a:xfrm>
            <a:off x="1257300" y="1085850"/>
            <a:ext cx="5829300" cy="1103312"/>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rgbClr val="007FA3"/>
              </a:buClr>
              <a:buSzPts val="2400"/>
              <a:buFont typeface="Helvetica Neue" panose="020B0604020202020204"/>
              <a:buNone/>
            </a:pPr>
            <a:r>
              <a:rPr lang="en-US" sz="2400" b="1" i="0" u="none">
                <a:solidFill>
                  <a:srgbClr val="007FA3"/>
                </a:solidFill>
                <a:latin typeface="Helvetica Neue" panose="020B0604020202020204"/>
                <a:ea typeface="Helvetica Neue" panose="020B0604020202020204"/>
                <a:cs typeface="Helvetica Neue" panose="020B0604020202020204"/>
                <a:sym typeface="Helvetica Neue" panose="020B0604020202020204"/>
              </a:rPr>
              <a:t>5. GLOBAL ENVIRONMENT</a:t>
            </a:r>
            <a:endParaRPr lang="en-US" sz="2400" b="1" i="0" u="none">
              <a:solidFill>
                <a:srgbClr val="007FA3"/>
              </a:solidFill>
              <a:latin typeface="Helvetica Neue" panose="020B0604020202020204"/>
              <a:ea typeface="Helvetica Neue" panose="020B0604020202020204"/>
              <a:cs typeface="Helvetica Neue" panose="020B0604020202020204"/>
              <a:sym typeface="Helvetica Neue" panose="020B0604020202020204"/>
            </a:endParaRPr>
          </a:p>
        </p:txBody>
      </p:sp>
      <p:sp>
        <p:nvSpPr>
          <p:cNvPr id="303" name="Google Shape;303;p30"/>
          <p:cNvSpPr txBox="1"/>
          <p:nvPr/>
        </p:nvSpPr>
        <p:spPr>
          <a:xfrm>
            <a:off x="6572250" y="5657850"/>
            <a:ext cx="1428750" cy="3429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chemeClr val="dk1"/>
              </a:buClr>
              <a:buSzPts val="900"/>
              <a:buFont typeface="Times New Roman" panose="02020603050405020304"/>
              <a:buNone/>
            </a:pPr>
            <a:r>
              <a:rPr lang="en-US" sz="9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1-</a:t>
            </a:r>
            <a:fld id="{00000000-1234-1234-1234-123412341234}" type="slidenum">
              <a:rPr lang="en-US" sz="9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fld>
            <a:endParaRPr lang="en-US" sz="9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306" name="Google Shape;306;p30"/>
          <p:cNvSpPr txBox="1"/>
          <p:nvPr/>
        </p:nvSpPr>
        <p:spPr>
          <a:xfrm>
            <a:off x="4165600" y="6356350"/>
            <a:ext cx="3860800" cy="36512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panose="020B0604020202020204"/>
              <a:ea typeface="Arial" panose="020B0604020202020204"/>
              <a:cs typeface="Arial" panose="020B0604020202020204"/>
              <a:sym typeface="Arial" panose="020B0604020202020204"/>
            </a:endParaRPr>
          </a:p>
        </p:txBody>
      </p:sp>
      <p:sp>
        <p:nvSpPr>
          <p:cNvPr id="307" name="Google Shape;307;p30"/>
          <p:cNvSpPr txBox="1"/>
          <p:nvPr/>
        </p:nvSpPr>
        <p:spPr>
          <a:xfrm>
            <a:off x="8737600" y="6356350"/>
            <a:ext cx="28448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Calibri" panose="020F0502020204030204"/>
              <a:buNone/>
            </a:pPr>
            <a:fld id="{00000000-1234-1234-1234-123412341234}" type="slidenum">
              <a:rPr lang="en-US" sz="1200" b="0" i="0" u="none">
                <a:solidFill>
                  <a:srgbClr val="898989"/>
                </a:solidFill>
                <a:latin typeface="Calibri" panose="020F0502020204030204"/>
                <a:ea typeface="Calibri" panose="020F0502020204030204"/>
                <a:cs typeface="Calibri" panose="020F0502020204030204"/>
                <a:sym typeface="Calibri" panose="020F0502020204030204"/>
              </a:rPr>
            </a:fld>
            <a:endParaRPr lang="en-US" sz="1200" b="0" i="0" u="none">
              <a:solidFill>
                <a:srgbClr val="898989"/>
              </a:solidFill>
              <a:latin typeface="Calibri" panose="020F0502020204030204"/>
              <a:ea typeface="Calibri" panose="020F0502020204030204"/>
              <a:cs typeface="Calibri" panose="020F0502020204030204"/>
              <a:sym typeface="Calibri" panose="020F0502020204030204"/>
            </a:endParaRPr>
          </a:p>
        </p:txBody>
      </p:sp>
      <p:pic>
        <p:nvPicPr>
          <p:cNvPr id="308" name="Google Shape;308;p30"/>
          <p:cNvPicPr preferRelativeResize="0"/>
          <p:nvPr/>
        </p:nvPicPr>
        <p:blipFill rotWithShape="1">
          <a:blip r:embed="rId1"/>
          <a:srcRect/>
          <a:stretch>
            <a:fillRect/>
          </a:stretch>
        </p:blipFill>
        <p:spPr>
          <a:xfrm>
            <a:off x="6350" y="6464300"/>
            <a:ext cx="9144000" cy="371475"/>
          </a:xfrm>
          <a:prstGeom prst="rect">
            <a:avLst/>
          </a:prstGeom>
          <a:noFill/>
          <a:ln>
            <a:noFill/>
          </a:ln>
        </p:spPr>
      </p:pic>
      <p:pic>
        <p:nvPicPr>
          <p:cNvPr id="309" name="Google Shape;309;p30"/>
          <p:cNvPicPr preferRelativeResize="0"/>
          <p:nvPr/>
        </p:nvPicPr>
        <p:blipFill rotWithShape="1">
          <a:blip r:embed="rId2"/>
          <a:srcRect/>
          <a:stretch>
            <a:fillRect/>
          </a:stretch>
        </p:blipFill>
        <p:spPr>
          <a:xfrm>
            <a:off x="7488237" y="5243512"/>
            <a:ext cx="1549400" cy="993775"/>
          </a:xfrm>
          <a:prstGeom prst="rect">
            <a:avLst/>
          </a:prstGeom>
          <a:noFill/>
          <a:ln>
            <a:noFill/>
          </a:ln>
        </p:spPr>
      </p:pic>
      <p:pic>
        <p:nvPicPr>
          <p:cNvPr id="310" name="Google Shape;310;p30" descr="BracU Logo | Brac University"/>
          <p:cNvPicPr preferRelativeResize="0"/>
          <p:nvPr/>
        </p:nvPicPr>
        <p:blipFill rotWithShape="1">
          <a:blip r:embed="rId3"/>
          <a:srcRect/>
          <a:stretch>
            <a:fillRect/>
          </a:stretch>
        </p:blipFill>
        <p:spPr>
          <a:xfrm>
            <a:off x="144462" y="5381625"/>
            <a:ext cx="1549400" cy="11207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335" name="Shape 335"/>
        <p:cNvGrpSpPr/>
        <p:nvPr/>
      </p:nvGrpSpPr>
      <p:grpSpPr>
        <a:xfrm>
          <a:off x="0" y="0"/>
          <a:ext cx="0" cy="0"/>
          <a:chOff x="0" y="0"/>
          <a:chExt cx="0" cy="0"/>
        </a:xfrm>
      </p:grpSpPr>
      <p:sp>
        <p:nvSpPr>
          <p:cNvPr id="336" name="Google Shape;336;p32"/>
          <p:cNvSpPr txBox="1"/>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Clr>
                <a:schemeClr val="dk1"/>
              </a:buClr>
              <a:buSzPts val="3200"/>
              <a:buFont typeface="Arial" panose="020B0604020202020204"/>
              <a:buNone/>
            </a:pPr>
          </a:p>
        </p:txBody>
      </p:sp>
      <p:sp>
        <p:nvSpPr>
          <p:cNvPr id="337" name="Google Shape;337;p32"/>
          <p:cNvSpPr/>
          <p:nvPr/>
        </p:nvSpPr>
        <p:spPr>
          <a:xfrm>
            <a:off x="1485900" y="1143000"/>
            <a:ext cx="6400800" cy="5022850"/>
          </a:xfrm>
          <a:prstGeom prst="roundRect">
            <a:avLst>
              <a:gd name="adj" fmla="val 16667"/>
            </a:avLst>
          </a:prstGeom>
          <a:solidFill>
            <a:srgbClr val="FFD95C"/>
          </a:solidFill>
          <a:ln w="9525" cap="flat" cmpd="sng">
            <a:solidFill>
              <a:srgbClr val="F7A427"/>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panose="020B0604020202020204"/>
              <a:ea typeface="Arial" panose="020B0604020202020204"/>
              <a:cs typeface="Arial" panose="020B0604020202020204"/>
              <a:sym typeface="Arial" panose="020B0604020202020204"/>
            </a:endParaRPr>
          </a:p>
        </p:txBody>
      </p:sp>
      <p:sp>
        <p:nvSpPr>
          <p:cNvPr id="338" name="Google Shape;338;p32"/>
          <p:cNvSpPr txBox="1"/>
          <p:nvPr/>
        </p:nvSpPr>
        <p:spPr>
          <a:xfrm>
            <a:off x="7486650" y="1714500"/>
            <a:ext cx="376237" cy="55403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FFD95C"/>
              </a:buClr>
              <a:buSzPts val="3000"/>
              <a:buFont typeface="Calibri" panose="020F0502020204030204"/>
              <a:buNone/>
            </a:pPr>
            <a:r>
              <a:rPr lang="en-US" sz="3000" b="1" i="0" u="none">
                <a:solidFill>
                  <a:srgbClr val="FFD95C"/>
                </a:solidFill>
                <a:latin typeface="Calibri" panose="020F0502020204030204"/>
                <a:ea typeface="Calibri" panose="020F0502020204030204"/>
                <a:cs typeface="Calibri" panose="020F0502020204030204"/>
                <a:sym typeface="Calibri" panose="020F0502020204030204"/>
              </a:rPr>
              <a:t>*</a:t>
            </a:r>
            <a:endParaRPr lang="en-US" sz="3000" b="1" i="0" u="none">
              <a:solidFill>
                <a:srgbClr val="FFD95C"/>
              </a:solidFill>
              <a:latin typeface="Calibri" panose="020F0502020204030204"/>
              <a:ea typeface="Calibri" panose="020F0502020204030204"/>
              <a:cs typeface="Calibri" panose="020F0502020204030204"/>
              <a:sym typeface="Calibri" panose="020F0502020204030204"/>
            </a:endParaRPr>
          </a:p>
        </p:txBody>
      </p:sp>
      <p:sp>
        <p:nvSpPr>
          <p:cNvPr id="339" name="Google Shape;339;p32"/>
          <p:cNvSpPr txBox="1"/>
          <p:nvPr/>
        </p:nvSpPr>
        <p:spPr>
          <a:xfrm>
            <a:off x="6515100" y="857250"/>
            <a:ext cx="457200" cy="55403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660066"/>
              </a:buClr>
              <a:buSzPts val="3000"/>
              <a:buFont typeface="Calibri" panose="020F0502020204030204"/>
              <a:buNone/>
            </a:pPr>
            <a:r>
              <a:rPr lang="en-US" sz="3000" b="1" i="0" u="none">
                <a:solidFill>
                  <a:srgbClr val="660066"/>
                </a:solidFill>
                <a:latin typeface="Calibri" panose="020F0502020204030204"/>
                <a:ea typeface="Calibri" panose="020F0502020204030204"/>
                <a:cs typeface="Calibri" panose="020F0502020204030204"/>
                <a:sym typeface="Calibri" panose="020F0502020204030204"/>
              </a:rPr>
              <a:t>*</a:t>
            </a:r>
            <a:endParaRPr lang="en-US" sz="3000" b="1" i="0" u="none">
              <a:solidFill>
                <a:srgbClr val="660066"/>
              </a:solidFill>
              <a:latin typeface="Calibri" panose="020F0502020204030204"/>
              <a:ea typeface="Calibri" panose="020F0502020204030204"/>
              <a:cs typeface="Calibri" panose="020F0502020204030204"/>
              <a:sym typeface="Calibri" panose="020F0502020204030204"/>
            </a:endParaRPr>
          </a:p>
        </p:txBody>
      </p:sp>
      <p:sp>
        <p:nvSpPr>
          <p:cNvPr id="340" name="Google Shape;340;p32"/>
          <p:cNvSpPr txBox="1"/>
          <p:nvPr/>
        </p:nvSpPr>
        <p:spPr>
          <a:xfrm>
            <a:off x="6629400" y="1252537"/>
            <a:ext cx="1257300" cy="48418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FFFFFF"/>
              </a:buClr>
              <a:buSzPts val="1200"/>
              <a:buFont typeface="Helvetica Neue" panose="020B0604020202020204"/>
              <a:buNone/>
            </a:pPr>
            <a:r>
              <a:rPr lang="en-US" sz="1200" b="0" i="1" u="none">
                <a:solidFill>
                  <a:srgbClr val="FFFFFF"/>
                </a:solidFill>
                <a:latin typeface="Helvetica Neue" panose="020B0604020202020204"/>
                <a:ea typeface="Helvetica Neue" panose="020B0604020202020204"/>
                <a:cs typeface="Helvetica Neue" panose="020B0604020202020204"/>
                <a:sym typeface="Helvetica Neue" panose="020B0604020202020204"/>
              </a:rPr>
              <a:t>The Ecological Environment</a:t>
            </a:r>
            <a:endParaRPr lang="en-US" sz="1200" b="0" i="1" u="none">
              <a:solidFill>
                <a:srgbClr val="FFFFFF"/>
              </a:solidFill>
              <a:latin typeface="Helvetica Neue" panose="020B0604020202020204"/>
              <a:ea typeface="Helvetica Neue" panose="020B0604020202020204"/>
              <a:cs typeface="Helvetica Neue" panose="020B0604020202020204"/>
              <a:sym typeface="Helvetica Neue" panose="020B0604020202020204"/>
            </a:endParaRPr>
          </a:p>
        </p:txBody>
      </p:sp>
      <p:sp>
        <p:nvSpPr>
          <p:cNvPr id="341" name="Google Shape;341;p32"/>
          <p:cNvSpPr txBox="1"/>
          <p:nvPr/>
        </p:nvSpPr>
        <p:spPr>
          <a:xfrm>
            <a:off x="1485900" y="2065337"/>
            <a:ext cx="3992562" cy="3716337"/>
          </a:xfrm>
          <a:prstGeom prst="rect">
            <a:avLst/>
          </a:prstGeom>
          <a:noFill/>
          <a:ln>
            <a:noFill/>
          </a:ln>
        </p:spPr>
        <p:txBody>
          <a:bodyPr spcFirstLastPara="1" wrap="square" lIns="91425" tIns="45700" rIns="91425" bIns="45700" anchor="t" anchorCtr="0">
            <a:spAutoFit/>
          </a:bodyPr>
          <a:lstStyle/>
          <a:p>
            <a:pPr marL="4445" marR="0" lvl="1" indent="0" algn="l" rtl="0">
              <a:lnSpc>
                <a:spcPct val="100000"/>
              </a:lnSpc>
              <a:spcBef>
                <a:spcPts val="0"/>
              </a:spcBef>
              <a:spcAft>
                <a:spcPts val="0"/>
              </a:spcAft>
              <a:buClr>
                <a:srgbClr val="000000"/>
              </a:buClr>
              <a:buSzPts val="1800"/>
              <a:buFont typeface="Helvetica Neue" panose="020B0604020202020204"/>
              <a:buNone/>
            </a:pPr>
            <a:r>
              <a:rPr lang="en-US" sz="1800" b="1" i="1" u="none" strike="noStrike" cap="none">
                <a:solidFill>
                  <a:srgbClr val="000000"/>
                </a:solidFill>
                <a:latin typeface="Helvetica Neue" panose="020B0604020202020204"/>
                <a:ea typeface="Helvetica Neue" panose="020B0604020202020204"/>
                <a:cs typeface="Helvetica Neue" panose="020B0604020202020204"/>
                <a:sym typeface="Helvetica Neue" panose="020B0604020202020204"/>
              </a:rPr>
              <a:t>More than just climate change</a:t>
            </a:r>
            <a:endParaRPr sz="1800" b="0" i="1" u="none" strike="noStrike" cap="none">
              <a:solidFill>
                <a:srgbClr val="000000"/>
              </a:solidFill>
              <a:latin typeface="Helvetica Neue" panose="020B0604020202020204"/>
              <a:ea typeface="Helvetica Neue" panose="020B0604020202020204"/>
              <a:cs typeface="Helvetica Neue" panose="020B0604020202020204"/>
              <a:sym typeface="Helvetica Neue" panose="020B0604020202020204"/>
            </a:endParaRPr>
          </a:p>
          <a:p>
            <a:pPr marL="4445" marR="0" lvl="1" indent="0" algn="l" rtl="0">
              <a:lnSpc>
                <a:spcPct val="100000"/>
              </a:lnSpc>
              <a:spcBef>
                <a:spcPts val="0"/>
              </a:spcBef>
              <a:spcAft>
                <a:spcPts val="0"/>
              </a:spcAft>
              <a:buClr>
                <a:schemeClr val="dk1"/>
              </a:buClr>
              <a:buSzPts val="1800"/>
              <a:buFont typeface="Arial" panose="020B0604020202020204"/>
              <a:buNone/>
            </a:pPr>
            <a:endParaRPr sz="1800" b="1" i="1" u="none" strike="noStrike" cap="none">
              <a:solidFill>
                <a:srgbClr val="000000"/>
              </a:solidFill>
              <a:latin typeface="Helvetica Neue" panose="020B0604020202020204"/>
              <a:ea typeface="Helvetica Neue" panose="020B0604020202020204"/>
              <a:cs typeface="Helvetica Neue" panose="020B0604020202020204"/>
              <a:sym typeface="Helvetica Neue" panose="020B0604020202020204"/>
            </a:endParaRPr>
          </a:p>
          <a:p>
            <a:pPr marL="4445" marR="0" lvl="1" indent="0" algn="l" rtl="0">
              <a:lnSpc>
                <a:spcPct val="100000"/>
              </a:lnSpc>
              <a:spcBef>
                <a:spcPts val="0"/>
              </a:spcBef>
              <a:spcAft>
                <a:spcPts val="0"/>
              </a:spcAft>
              <a:buClr>
                <a:schemeClr val="dk1"/>
              </a:buClr>
              <a:buSzPts val="1800"/>
              <a:buFont typeface="Arial" panose="020B0604020202020204"/>
              <a:buNone/>
            </a:pPr>
            <a:endParaRPr sz="1800" b="1" i="1" u="none" strike="noStrike" cap="none">
              <a:solidFill>
                <a:srgbClr val="000000"/>
              </a:solidFill>
              <a:latin typeface="Helvetica Neue" panose="020B0604020202020204"/>
              <a:ea typeface="Helvetica Neue" panose="020B0604020202020204"/>
              <a:cs typeface="Helvetica Neue" panose="020B0604020202020204"/>
              <a:sym typeface="Helvetica Neue" panose="020B0604020202020204"/>
            </a:endParaRPr>
          </a:p>
          <a:p>
            <a:pPr marL="4445" marR="0" lvl="1" indent="0" algn="l" rtl="0">
              <a:lnSpc>
                <a:spcPct val="100000"/>
              </a:lnSpc>
              <a:spcBef>
                <a:spcPts val="0"/>
              </a:spcBef>
              <a:spcAft>
                <a:spcPts val="0"/>
              </a:spcAft>
              <a:buClr>
                <a:schemeClr val="dk1"/>
              </a:buClr>
              <a:buSzPts val="1800"/>
              <a:buFont typeface="Arial" panose="020B0604020202020204"/>
              <a:buNone/>
            </a:pPr>
            <a:endParaRPr sz="1800" b="1" i="1" u="none" strike="noStrike" cap="none">
              <a:solidFill>
                <a:srgbClr val="000000"/>
              </a:solidFill>
              <a:latin typeface="Helvetica Neue" panose="020B0604020202020204"/>
              <a:ea typeface="Helvetica Neue" panose="020B0604020202020204"/>
              <a:cs typeface="Helvetica Neue" panose="020B0604020202020204"/>
              <a:sym typeface="Helvetica Neue" panose="020B0604020202020204"/>
            </a:endParaRPr>
          </a:p>
          <a:p>
            <a:pPr marL="4445" marR="0" lvl="1" indent="0" algn="l" rtl="0">
              <a:lnSpc>
                <a:spcPct val="100000"/>
              </a:lnSpc>
              <a:spcBef>
                <a:spcPts val="0"/>
              </a:spcBef>
              <a:spcAft>
                <a:spcPts val="0"/>
              </a:spcAft>
              <a:buClr>
                <a:schemeClr val="dk1"/>
              </a:buClr>
              <a:buSzPts val="1800"/>
              <a:buFont typeface="Arial" panose="020B0604020202020204"/>
              <a:buNone/>
            </a:pPr>
            <a:endParaRPr sz="1800" b="1" i="1" u="none" strike="noStrike" cap="none">
              <a:solidFill>
                <a:srgbClr val="000000"/>
              </a:solidFill>
              <a:latin typeface="Helvetica Neue" panose="020B0604020202020204"/>
              <a:ea typeface="Helvetica Neue" panose="020B0604020202020204"/>
              <a:cs typeface="Helvetica Neue" panose="020B0604020202020204"/>
              <a:sym typeface="Helvetica Neue" panose="020B0604020202020204"/>
            </a:endParaRPr>
          </a:p>
          <a:p>
            <a:pPr marL="4445" marR="0" lvl="1" indent="0" algn="l" rtl="0">
              <a:lnSpc>
                <a:spcPct val="100000"/>
              </a:lnSpc>
              <a:spcBef>
                <a:spcPts val="0"/>
              </a:spcBef>
              <a:spcAft>
                <a:spcPts val="0"/>
              </a:spcAft>
              <a:buClr>
                <a:schemeClr val="dk1"/>
              </a:buClr>
              <a:buSzPts val="1800"/>
              <a:buFont typeface="Arial" panose="020B0604020202020204"/>
              <a:buNone/>
            </a:pPr>
            <a:endParaRPr sz="1800" b="1" i="1" u="none" strike="noStrike" cap="none">
              <a:solidFill>
                <a:srgbClr val="000000"/>
              </a:solidFill>
              <a:latin typeface="Helvetica Neue" panose="020B0604020202020204"/>
              <a:ea typeface="Helvetica Neue" panose="020B0604020202020204"/>
              <a:cs typeface="Helvetica Neue" panose="020B0604020202020204"/>
              <a:sym typeface="Helvetica Neue" panose="020B0604020202020204"/>
            </a:endParaRPr>
          </a:p>
          <a:p>
            <a:pPr marL="4445" marR="0" lvl="1" indent="0" algn="l" rtl="0">
              <a:lnSpc>
                <a:spcPct val="100000"/>
              </a:lnSpc>
              <a:spcBef>
                <a:spcPts val="0"/>
              </a:spcBef>
              <a:spcAft>
                <a:spcPts val="0"/>
              </a:spcAft>
              <a:buClr>
                <a:schemeClr val="dk1"/>
              </a:buClr>
              <a:buSzPts val="1800"/>
              <a:buFont typeface="Arial" panose="020B0604020202020204"/>
              <a:buNone/>
            </a:pPr>
            <a:endParaRPr sz="1800" b="1" i="1" u="none" strike="noStrike" cap="none">
              <a:solidFill>
                <a:srgbClr val="000000"/>
              </a:solidFill>
              <a:latin typeface="Helvetica Neue" panose="020B0604020202020204"/>
              <a:ea typeface="Helvetica Neue" panose="020B0604020202020204"/>
              <a:cs typeface="Helvetica Neue" panose="020B0604020202020204"/>
              <a:sym typeface="Helvetica Neue" panose="020B0604020202020204"/>
            </a:endParaRPr>
          </a:p>
          <a:p>
            <a:pPr marL="4445" marR="0" lvl="1" indent="0" algn="l" rtl="0">
              <a:lnSpc>
                <a:spcPct val="100000"/>
              </a:lnSpc>
              <a:spcBef>
                <a:spcPts val="0"/>
              </a:spcBef>
              <a:spcAft>
                <a:spcPts val="0"/>
              </a:spcAft>
              <a:buClr>
                <a:schemeClr val="dk1"/>
              </a:buClr>
              <a:buSzPts val="1800"/>
              <a:buFont typeface="Arial" panose="020B0604020202020204"/>
              <a:buNone/>
            </a:pPr>
            <a:endParaRPr sz="1800" b="1" i="1" u="none" strike="noStrike" cap="none">
              <a:solidFill>
                <a:srgbClr val="000000"/>
              </a:solidFill>
              <a:latin typeface="Helvetica Neue" panose="020B0604020202020204"/>
              <a:ea typeface="Helvetica Neue" panose="020B0604020202020204"/>
              <a:cs typeface="Helvetica Neue" panose="020B0604020202020204"/>
              <a:sym typeface="Helvetica Neue" panose="020B0604020202020204"/>
            </a:endParaRPr>
          </a:p>
          <a:p>
            <a:pPr marL="4445" marR="0" lvl="1" indent="-114300" algn="l" rtl="0">
              <a:lnSpc>
                <a:spcPct val="100000"/>
              </a:lnSpc>
              <a:spcBef>
                <a:spcPts val="0"/>
              </a:spcBef>
              <a:spcAft>
                <a:spcPts val="0"/>
              </a:spcAft>
              <a:buClr>
                <a:srgbClr val="000000"/>
              </a:buClr>
              <a:buSzPts val="1800"/>
              <a:buFont typeface="Arial" panose="020B0604020202020204"/>
              <a:buChar char="•"/>
            </a:pPr>
            <a:r>
              <a:rPr lang="en-US" sz="1800" b="1" i="0" u="none" strike="noStrike" cap="none">
                <a:solidFill>
                  <a:srgbClr val="000000"/>
                </a:solidFill>
                <a:latin typeface="Helvetica Neue" panose="020B0604020202020204"/>
                <a:ea typeface="Helvetica Neue" panose="020B0604020202020204"/>
                <a:cs typeface="Helvetica Neue" panose="020B0604020202020204"/>
                <a:sym typeface="Helvetica Neue" panose="020B0604020202020204"/>
              </a:rPr>
              <a:t>Greening: </a:t>
            </a:r>
            <a:r>
              <a:rPr lang="en-US" sz="1800" b="0" i="0" u="none" strike="noStrike" cap="none">
                <a:solidFill>
                  <a:srgbClr val="000000"/>
                </a:solidFill>
                <a:latin typeface="Helvetica Neue" panose="020B0604020202020204"/>
                <a:ea typeface="Helvetica Neue" panose="020B0604020202020204"/>
                <a:cs typeface="Helvetica Neue" panose="020B0604020202020204"/>
                <a:sym typeface="Helvetica Neue" panose="020B0604020202020204"/>
              </a:rPr>
              <a:t>The trend toward saving energy and producing products that cause less harm to environment.</a:t>
            </a:r>
            <a:endParaRPr lang="en-US" sz="1800" b="0" i="0" u="none" strike="noStrike" cap="none">
              <a:solidFill>
                <a:srgbClr val="000000"/>
              </a:solidFill>
              <a:latin typeface="Helvetica Neue" panose="020B0604020202020204"/>
              <a:ea typeface="Helvetica Neue" panose="020B0604020202020204"/>
              <a:cs typeface="Helvetica Neue" panose="020B0604020202020204"/>
              <a:sym typeface="Helvetica Neue" panose="020B0604020202020204"/>
            </a:endParaRPr>
          </a:p>
          <a:p>
            <a:pPr marL="0" marR="0" lvl="0" indent="0" algn="l" rtl="0">
              <a:lnSpc>
                <a:spcPct val="100000"/>
              </a:lnSpc>
              <a:spcBef>
                <a:spcPts val="0"/>
              </a:spcBef>
              <a:spcAft>
                <a:spcPts val="0"/>
              </a:spcAft>
              <a:buNone/>
            </a:pPr>
            <a:endParaRPr sz="1800" b="0" i="0" u="none" strike="noStrike" cap="none">
              <a:solidFill>
                <a:srgbClr val="000000"/>
              </a:solidFill>
              <a:latin typeface="Helvetica Neue" panose="020B0604020202020204"/>
              <a:ea typeface="Helvetica Neue" panose="020B0604020202020204"/>
              <a:cs typeface="Helvetica Neue" panose="020B0604020202020204"/>
              <a:sym typeface="Helvetica Neue" panose="020B0604020202020204"/>
            </a:endParaRPr>
          </a:p>
        </p:txBody>
      </p:sp>
      <p:sp>
        <p:nvSpPr>
          <p:cNvPr id="342" name="Google Shape;342;p32"/>
          <p:cNvSpPr txBox="1"/>
          <p:nvPr>
            <p:ph type="ctrTitle"/>
          </p:nvPr>
        </p:nvSpPr>
        <p:spPr>
          <a:xfrm>
            <a:off x="1257300" y="1085850"/>
            <a:ext cx="5829300" cy="1103312"/>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rgbClr val="000000"/>
              </a:buClr>
              <a:buSzPts val="2400"/>
              <a:buFont typeface="Helvetica Neue" panose="020B0604020202020204"/>
              <a:buNone/>
            </a:pPr>
            <a:r>
              <a:rPr lang="en-US" sz="2400" b="1" i="0" u="none">
                <a:solidFill>
                  <a:srgbClr val="000000"/>
                </a:solidFill>
                <a:latin typeface="Helvetica Neue" panose="020B0604020202020204"/>
                <a:ea typeface="Helvetica Neue" panose="020B0604020202020204"/>
                <a:cs typeface="Helvetica Neue" panose="020B0604020202020204"/>
                <a:sym typeface="Helvetica Neue" panose="020B0604020202020204"/>
              </a:rPr>
              <a:t>6. Ecological Environment</a:t>
            </a:r>
            <a:endParaRPr lang="en-US" sz="2400" b="1" i="0" u="none">
              <a:solidFill>
                <a:srgbClr val="000000"/>
              </a:solidFill>
              <a:latin typeface="Helvetica Neue" panose="020B0604020202020204"/>
              <a:ea typeface="Helvetica Neue" panose="020B0604020202020204"/>
              <a:cs typeface="Helvetica Neue" panose="020B0604020202020204"/>
              <a:sym typeface="Helvetica Neue" panose="020B0604020202020204"/>
            </a:endParaRPr>
          </a:p>
        </p:txBody>
      </p:sp>
      <p:sp>
        <p:nvSpPr>
          <p:cNvPr id="343" name="Google Shape;343;p32"/>
          <p:cNvSpPr txBox="1"/>
          <p:nvPr/>
        </p:nvSpPr>
        <p:spPr>
          <a:xfrm>
            <a:off x="6972300" y="1828800"/>
            <a:ext cx="514350" cy="28892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lt1"/>
              </a:buClr>
              <a:buSzPts val="1200"/>
              <a:buFont typeface="Helvetica Neue" panose="020B0604020202020204"/>
              <a:buNone/>
            </a:pPr>
            <a:r>
              <a:rPr lang="en-US" sz="1200" b="1" i="0" u="none">
                <a:solidFill>
                  <a:schemeClr val="lt1"/>
                </a:solidFill>
                <a:latin typeface="Helvetica Neue" panose="020B0604020202020204"/>
                <a:ea typeface="Helvetica Neue" panose="020B0604020202020204"/>
                <a:cs typeface="Helvetica Neue" panose="020B0604020202020204"/>
                <a:sym typeface="Helvetica Neue" panose="020B0604020202020204"/>
              </a:rPr>
              <a:t>L</a:t>
            </a:r>
            <a:endParaRPr lang="en-US" sz="1200" b="1" i="0" u="none">
              <a:solidFill>
                <a:schemeClr val="lt1"/>
              </a:solidFill>
              <a:latin typeface="Helvetica Neue" panose="020B0604020202020204"/>
              <a:ea typeface="Helvetica Neue" panose="020B0604020202020204"/>
              <a:cs typeface="Helvetica Neue" panose="020B0604020202020204"/>
              <a:sym typeface="Helvetica Neue" panose="020B0604020202020204"/>
            </a:endParaRPr>
          </a:p>
        </p:txBody>
      </p:sp>
      <p:sp>
        <p:nvSpPr>
          <p:cNvPr id="344" name="Google Shape;344;p32"/>
          <p:cNvSpPr txBox="1"/>
          <p:nvPr/>
        </p:nvSpPr>
        <p:spPr>
          <a:xfrm>
            <a:off x="6572250" y="5657850"/>
            <a:ext cx="1428750" cy="3429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chemeClr val="dk1"/>
              </a:buClr>
              <a:buSzPts val="900"/>
              <a:buFont typeface="Times New Roman" panose="02020603050405020304"/>
              <a:buNone/>
            </a:pPr>
            <a:r>
              <a:rPr lang="en-US" sz="9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1-</a:t>
            </a:r>
            <a:fld id="{00000000-1234-1234-1234-123412341234}" type="slidenum">
              <a:rPr lang="en-US" sz="9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fld>
            <a:endParaRPr lang="en-US" sz="9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345" name="Google Shape;345;p32"/>
          <p:cNvPicPr preferRelativeResize="0"/>
          <p:nvPr/>
        </p:nvPicPr>
        <p:blipFill rotWithShape="1">
          <a:blip r:embed="rId1"/>
          <a:srcRect/>
          <a:stretch>
            <a:fillRect/>
          </a:stretch>
        </p:blipFill>
        <p:spPr>
          <a:xfrm>
            <a:off x="2185394" y="2449454"/>
            <a:ext cx="2902744" cy="1163342"/>
          </a:xfrm>
          <a:prstGeom prst="rect">
            <a:avLst/>
          </a:prstGeom>
          <a:noFill/>
          <a:ln>
            <a:noFill/>
          </a:ln>
        </p:spPr>
      </p:pic>
      <p:pic>
        <p:nvPicPr>
          <p:cNvPr id="346" name="Google Shape;346;p32"/>
          <p:cNvPicPr preferRelativeResize="0"/>
          <p:nvPr/>
        </p:nvPicPr>
        <p:blipFill rotWithShape="1">
          <a:blip r:embed="rId2"/>
          <a:srcRect/>
          <a:stretch>
            <a:fillRect/>
          </a:stretch>
        </p:blipFill>
        <p:spPr>
          <a:xfrm>
            <a:off x="5426331" y="2902562"/>
            <a:ext cx="2245463" cy="1686239"/>
          </a:xfrm>
          <a:prstGeom prst="rect">
            <a:avLst/>
          </a:prstGeom>
          <a:noFill/>
          <a:ln>
            <a:noFill/>
          </a:ln>
        </p:spPr>
      </p:pic>
      <p:sp>
        <p:nvSpPr>
          <p:cNvPr id="347" name="Google Shape;347;p32"/>
          <p:cNvSpPr txBox="1"/>
          <p:nvPr/>
        </p:nvSpPr>
        <p:spPr>
          <a:xfrm>
            <a:off x="4165600" y="6356350"/>
            <a:ext cx="3860800" cy="36512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panose="020B0604020202020204"/>
              <a:ea typeface="Arial" panose="020B0604020202020204"/>
              <a:cs typeface="Arial" panose="020B0604020202020204"/>
              <a:sym typeface="Arial" panose="020B0604020202020204"/>
            </a:endParaRPr>
          </a:p>
        </p:txBody>
      </p:sp>
      <p:sp>
        <p:nvSpPr>
          <p:cNvPr id="348" name="Google Shape;348;p32"/>
          <p:cNvSpPr txBox="1"/>
          <p:nvPr/>
        </p:nvSpPr>
        <p:spPr>
          <a:xfrm>
            <a:off x="8737600" y="6356350"/>
            <a:ext cx="28448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Calibri" panose="020F0502020204030204"/>
              <a:buNone/>
            </a:pPr>
            <a:fld id="{00000000-1234-1234-1234-123412341234}" type="slidenum">
              <a:rPr lang="en-US" sz="1200" b="0" i="0" u="none">
                <a:solidFill>
                  <a:srgbClr val="898989"/>
                </a:solidFill>
                <a:latin typeface="Calibri" panose="020F0502020204030204"/>
                <a:ea typeface="Calibri" panose="020F0502020204030204"/>
                <a:cs typeface="Calibri" panose="020F0502020204030204"/>
                <a:sym typeface="Calibri" panose="020F0502020204030204"/>
              </a:rPr>
            </a:fld>
            <a:endParaRPr lang="en-US" sz="1200" b="0" i="0" u="none">
              <a:solidFill>
                <a:srgbClr val="898989"/>
              </a:solidFill>
              <a:latin typeface="Calibri" panose="020F0502020204030204"/>
              <a:ea typeface="Calibri" panose="020F0502020204030204"/>
              <a:cs typeface="Calibri" panose="020F0502020204030204"/>
              <a:sym typeface="Calibri" panose="020F0502020204030204"/>
            </a:endParaRPr>
          </a:p>
        </p:txBody>
      </p:sp>
      <p:pic>
        <p:nvPicPr>
          <p:cNvPr id="349" name="Google Shape;349;p32"/>
          <p:cNvPicPr preferRelativeResize="0"/>
          <p:nvPr/>
        </p:nvPicPr>
        <p:blipFill rotWithShape="1">
          <a:blip r:embed="rId3"/>
          <a:srcRect/>
          <a:stretch>
            <a:fillRect/>
          </a:stretch>
        </p:blipFill>
        <p:spPr>
          <a:xfrm>
            <a:off x="6350" y="6165850"/>
            <a:ext cx="9144000" cy="669925"/>
          </a:xfrm>
          <a:prstGeom prst="rect">
            <a:avLst/>
          </a:prstGeom>
          <a:noFill/>
          <a:ln>
            <a:noFill/>
          </a:ln>
        </p:spPr>
      </p:pic>
      <p:pic>
        <p:nvPicPr>
          <p:cNvPr id="350" name="Google Shape;350;p32"/>
          <p:cNvPicPr preferRelativeResize="0"/>
          <p:nvPr/>
        </p:nvPicPr>
        <p:blipFill rotWithShape="1">
          <a:blip r:embed="rId4"/>
          <a:srcRect/>
          <a:stretch>
            <a:fillRect/>
          </a:stretch>
        </p:blipFill>
        <p:spPr>
          <a:xfrm>
            <a:off x="7510462" y="5054600"/>
            <a:ext cx="1549400" cy="993775"/>
          </a:xfrm>
          <a:prstGeom prst="rect">
            <a:avLst/>
          </a:prstGeom>
          <a:noFill/>
          <a:ln>
            <a:noFill/>
          </a:ln>
        </p:spPr>
      </p:pic>
      <p:pic>
        <p:nvPicPr>
          <p:cNvPr id="351" name="Google Shape;351;p32" descr="BracU Logo | Brac University"/>
          <p:cNvPicPr preferRelativeResize="0"/>
          <p:nvPr/>
        </p:nvPicPr>
        <p:blipFill rotWithShape="1">
          <a:blip r:embed="rId5"/>
          <a:srcRect/>
          <a:stretch>
            <a:fillRect/>
          </a:stretch>
        </p:blipFill>
        <p:spPr>
          <a:xfrm>
            <a:off x="84137" y="5054600"/>
            <a:ext cx="1549400" cy="11207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364" name="Shape 364"/>
        <p:cNvGrpSpPr/>
        <p:nvPr/>
      </p:nvGrpSpPr>
      <p:grpSpPr>
        <a:xfrm>
          <a:off x="0" y="0"/>
          <a:ext cx="0" cy="0"/>
          <a:chOff x="0" y="0"/>
          <a:chExt cx="0" cy="0"/>
        </a:xfrm>
      </p:grpSpPr>
      <p:sp>
        <p:nvSpPr>
          <p:cNvPr id="365" name="Google Shape;365;p34"/>
          <p:cNvSpPr txBox="1"/>
          <p:nvPr/>
        </p:nvSpPr>
        <p:spPr>
          <a:xfrm>
            <a:off x="1844675" y="2187575"/>
            <a:ext cx="5967412" cy="3363912"/>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Clr>
                <a:srgbClr val="202124"/>
              </a:buClr>
              <a:buSzPts val="1800"/>
              <a:buFont typeface="Arial" panose="020B0604020202020204"/>
              <a:buNone/>
            </a:pPr>
            <a:r>
              <a:rPr lang="en-US" sz="1800" b="1" i="0" u="none">
                <a:solidFill>
                  <a:srgbClr val="202124"/>
                </a:solidFill>
                <a:latin typeface="Arial" panose="020B0604020202020204"/>
                <a:ea typeface="Arial" panose="020B0604020202020204"/>
                <a:cs typeface="Arial" panose="020B0604020202020204"/>
                <a:sym typeface="Arial" panose="020B0604020202020204"/>
              </a:rPr>
              <a:t>PESTLE Analysis</a:t>
            </a:r>
            <a:r>
              <a:rPr lang="en-US" sz="1800" b="0" i="0" u="none">
                <a:solidFill>
                  <a:srgbClr val="202124"/>
                </a:solidFill>
                <a:latin typeface="Arial" panose="020B0604020202020204"/>
                <a:ea typeface="Arial" panose="020B0604020202020204"/>
                <a:cs typeface="Arial" panose="020B0604020202020204"/>
                <a:sym typeface="Arial" panose="020B0604020202020204"/>
              </a:rPr>
              <a:t> (political, economic, social, technological, legal and environmental) is a management method whereby an organization can assess major external factors that influence its operation in order to become more competitive in the market. As described by the acronym, those six areas are central to this model. It offers people professionals insight into the external factors impacting their organization.</a:t>
            </a:r>
            <a:endParaRPr lang="en-US" sz="1800" b="0" i="0" u="none">
              <a:solidFill>
                <a:srgbClr val="202124"/>
              </a:solidFill>
              <a:latin typeface="Arial" panose="020B0604020202020204"/>
              <a:ea typeface="Arial" panose="020B0604020202020204"/>
              <a:cs typeface="Arial" panose="020B0604020202020204"/>
              <a:sym typeface="Arial" panose="020B0604020202020204"/>
            </a:endParaRPr>
          </a:p>
        </p:txBody>
      </p:sp>
      <p:sp>
        <p:nvSpPr>
          <p:cNvPr id="366" name="Google Shape;366;p34"/>
          <p:cNvSpPr txBox="1"/>
          <p:nvPr/>
        </p:nvSpPr>
        <p:spPr>
          <a:xfrm>
            <a:off x="1844675" y="1052512"/>
            <a:ext cx="5967412" cy="792162"/>
          </a:xfrm>
          <a:prstGeom prst="rect">
            <a:avLst/>
          </a:prstGeom>
          <a:solidFill>
            <a:schemeClr val="accent1"/>
          </a:solidFill>
          <a:ln w="25400" cap="flat" cmpd="sng">
            <a:solidFill>
              <a:srgbClr val="89A4A7"/>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Arial" panose="020B0604020202020204"/>
              <a:buNone/>
            </a:pPr>
            <a:r>
              <a:rPr lang="en-US" sz="2400" b="1" i="0" u="none">
                <a:solidFill>
                  <a:schemeClr val="dk1"/>
                </a:solidFill>
                <a:latin typeface="Arial" panose="020B0604020202020204"/>
                <a:ea typeface="Arial" panose="020B0604020202020204"/>
                <a:cs typeface="Arial" panose="020B0604020202020204"/>
                <a:sym typeface="Arial" panose="020B0604020202020204"/>
              </a:rPr>
              <a:t>PESTLE ANALYSIS</a:t>
            </a:r>
            <a:endParaRPr lang="en-US" sz="2400" b="1" i="0" u="none">
              <a:solidFill>
                <a:schemeClr val="dk1"/>
              </a:solidFill>
              <a:latin typeface="Arial" panose="020B0604020202020204"/>
              <a:ea typeface="Arial" panose="020B0604020202020204"/>
              <a:cs typeface="Arial" panose="020B0604020202020204"/>
              <a:sym typeface="Arial" panose="020B0604020202020204"/>
            </a:endParaRPr>
          </a:p>
        </p:txBody>
      </p:sp>
      <p:pic>
        <p:nvPicPr>
          <p:cNvPr id="367" name="Google Shape;367;p34"/>
          <p:cNvPicPr preferRelativeResize="0"/>
          <p:nvPr/>
        </p:nvPicPr>
        <p:blipFill rotWithShape="1">
          <a:blip r:embed="rId1"/>
          <a:srcRect/>
          <a:stretch>
            <a:fillRect/>
          </a:stretch>
        </p:blipFill>
        <p:spPr>
          <a:xfrm>
            <a:off x="6350" y="6165850"/>
            <a:ext cx="9144000" cy="669925"/>
          </a:xfrm>
          <a:prstGeom prst="rect">
            <a:avLst/>
          </a:prstGeom>
          <a:noFill/>
          <a:ln>
            <a:noFill/>
          </a:ln>
        </p:spPr>
      </p:pic>
      <p:pic>
        <p:nvPicPr>
          <p:cNvPr id="368" name="Google Shape;368;p34"/>
          <p:cNvPicPr preferRelativeResize="0"/>
          <p:nvPr/>
        </p:nvPicPr>
        <p:blipFill rotWithShape="1">
          <a:blip r:embed="rId2"/>
          <a:srcRect/>
          <a:stretch>
            <a:fillRect/>
          </a:stretch>
        </p:blipFill>
        <p:spPr>
          <a:xfrm>
            <a:off x="7510462" y="5054600"/>
            <a:ext cx="1549400" cy="993775"/>
          </a:xfrm>
          <a:prstGeom prst="rect">
            <a:avLst/>
          </a:prstGeom>
          <a:noFill/>
          <a:ln>
            <a:noFill/>
          </a:ln>
        </p:spPr>
      </p:pic>
      <p:pic>
        <p:nvPicPr>
          <p:cNvPr id="369" name="Google Shape;369;p34" descr="BracU Logo | Brac University"/>
          <p:cNvPicPr preferRelativeResize="0"/>
          <p:nvPr/>
        </p:nvPicPr>
        <p:blipFill rotWithShape="1">
          <a:blip r:embed="rId3"/>
          <a:srcRect/>
          <a:stretch>
            <a:fillRect/>
          </a:stretch>
        </p:blipFill>
        <p:spPr>
          <a:xfrm>
            <a:off x="84137" y="5054600"/>
            <a:ext cx="1549400" cy="112077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373" name="Shape 373"/>
        <p:cNvGrpSpPr/>
        <p:nvPr/>
      </p:nvGrpSpPr>
      <p:grpSpPr>
        <a:xfrm>
          <a:off x="0" y="0"/>
          <a:ext cx="0" cy="0"/>
          <a:chOff x="0" y="0"/>
          <a:chExt cx="0" cy="0"/>
        </a:xfrm>
      </p:grpSpPr>
      <p:pic>
        <p:nvPicPr>
          <p:cNvPr id="375" name="Google Shape;375;p35"/>
          <p:cNvPicPr preferRelativeResize="0"/>
          <p:nvPr/>
        </p:nvPicPr>
        <p:blipFill rotWithShape="1">
          <a:blip r:embed="rId1"/>
          <a:srcRect/>
          <a:stretch>
            <a:fillRect/>
          </a:stretch>
        </p:blipFill>
        <p:spPr>
          <a:xfrm>
            <a:off x="6350" y="6165850"/>
            <a:ext cx="9144000" cy="669925"/>
          </a:xfrm>
          <a:prstGeom prst="rect">
            <a:avLst/>
          </a:prstGeom>
          <a:noFill/>
          <a:ln>
            <a:noFill/>
          </a:ln>
        </p:spPr>
      </p:pic>
      <p:pic>
        <p:nvPicPr>
          <p:cNvPr id="376" name="Google Shape;376;p35"/>
          <p:cNvPicPr preferRelativeResize="0"/>
          <p:nvPr/>
        </p:nvPicPr>
        <p:blipFill rotWithShape="1">
          <a:blip r:embed="rId2"/>
          <a:srcRect/>
          <a:stretch>
            <a:fillRect/>
          </a:stretch>
        </p:blipFill>
        <p:spPr>
          <a:xfrm>
            <a:off x="7510462" y="5054600"/>
            <a:ext cx="1549400" cy="993775"/>
          </a:xfrm>
          <a:prstGeom prst="rect">
            <a:avLst/>
          </a:prstGeom>
          <a:noFill/>
          <a:ln>
            <a:noFill/>
          </a:ln>
        </p:spPr>
      </p:pic>
      <p:pic>
        <p:nvPicPr>
          <p:cNvPr id="377" name="Google Shape;377;p35" descr="BracU Logo | Brac University"/>
          <p:cNvPicPr preferRelativeResize="0"/>
          <p:nvPr/>
        </p:nvPicPr>
        <p:blipFill rotWithShape="1">
          <a:blip r:embed="rId3"/>
          <a:srcRect/>
          <a:stretch>
            <a:fillRect/>
          </a:stretch>
        </p:blipFill>
        <p:spPr>
          <a:xfrm>
            <a:off x="84137" y="5054600"/>
            <a:ext cx="1549400" cy="1120775"/>
          </a:xfrm>
          <a:prstGeom prst="rect">
            <a:avLst/>
          </a:prstGeom>
          <a:noFill/>
          <a:ln>
            <a:noFill/>
          </a:ln>
        </p:spPr>
      </p:pic>
      <p:pic>
        <p:nvPicPr>
          <p:cNvPr id="101" name="Picture 100"/>
          <p:cNvPicPr/>
          <p:nvPr/>
        </p:nvPicPr>
        <p:blipFill>
          <a:blip r:embed="rId4"/>
          <a:stretch>
            <a:fillRect/>
          </a:stretch>
        </p:blipFill>
        <p:spPr>
          <a:xfrm>
            <a:off x="-161925" y="209550"/>
            <a:ext cx="9222105" cy="6389370"/>
          </a:xfrm>
          <a:prstGeom prst="rect">
            <a:avLst/>
          </a:prstGeom>
          <a:noFill/>
          <a:ln w="9525">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381" name="Shape 381"/>
        <p:cNvGrpSpPr/>
        <p:nvPr/>
      </p:nvGrpSpPr>
      <p:grpSpPr>
        <a:xfrm>
          <a:off x="0" y="0"/>
          <a:ext cx="0" cy="0"/>
          <a:chOff x="0" y="0"/>
          <a:chExt cx="0" cy="0"/>
        </a:xfrm>
      </p:grpSpPr>
      <p:sp>
        <p:nvSpPr>
          <p:cNvPr id="382" name="Google Shape;382;p36"/>
          <p:cNvSpPr txBox="1"/>
          <p:nvPr/>
        </p:nvSpPr>
        <p:spPr>
          <a:xfrm>
            <a:off x="1820862" y="2162175"/>
            <a:ext cx="5967412" cy="2533650"/>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Clr>
                <a:srgbClr val="202124"/>
              </a:buClr>
              <a:buSzPts val="1800"/>
              <a:buFont typeface="Arial" panose="020B0604020202020204"/>
              <a:buNone/>
            </a:pPr>
            <a:r>
              <a:rPr lang="en-US" sz="1800" b="1" i="0" u="none">
                <a:solidFill>
                  <a:srgbClr val="202124"/>
                </a:solidFill>
                <a:latin typeface="Arial" panose="020B0604020202020204"/>
                <a:ea typeface="Arial" panose="020B0604020202020204"/>
                <a:cs typeface="Arial" panose="020B0604020202020204"/>
                <a:sym typeface="Arial" panose="020B0604020202020204"/>
              </a:rPr>
              <a:t>SWOT Analysis</a:t>
            </a:r>
            <a:r>
              <a:rPr lang="en-US" sz="1800" b="0" i="0" u="none">
                <a:solidFill>
                  <a:srgbClr val="202124"/>
                </a:solidFill>
                <a:latin typeface="Arial" panose="020B0604020202020204"/>
                <a:ea typeface="Arial" panose="020B0604020202020204"/>
                <a:cs typeface="Arial" panose="020B0604020202020204"/>
                <a:sym typeface="Arial" panose="020B0604020202020204"/>
              </a:rPr>
              <a:t> is a simple but useful framework for </a:t>
            </a:r>
            <a:r>
              <a:rPr lang="en-US" sz="1800" b="1" i="0" u="none">
                <a:solidFill>
                  <a:srgbClr val="202124"/>
                </a:solidFill>
                <a:latin typeface="Arial" panose="020B0604020202020204"/>
                <a:ea typeface="Arial" panose="020B0604020202020204"/>
                <a:cs typeface="Arial" panose="020B0604020202020204"/>
                <a:sym typeface="Arial" panose="020B0604020202020204"/>
              </a:rPr>
              <a:t>analyzing</a:t>
            </a:r>
            <a:r>
              <a:rPr lang="en-US" sz="1800" b="0" i="0" u="none">
                <a:solidFill>
                  <a:srgbClr val="202124"/>
                </a:solidFill>
                <a:latin typeface="Arial" panose="020B0604020202020204"/>
                <a:ea typeface="Arial" panose="020B0604020202020204"/>
                <a:cs typeface="Arial" panose="020B0604020202020204"/>
                <a:sym typeface="Arial" panose="020B0604020202020204"/>
              </a:rPr>
              <a:t> your organization's strengths, weaknesses, opportunities, and threats. It helps you to build on what you do well, to address what you're lacking, to minimize risks, and to take the greatest possible advantage of chances for success..</a:t>
            </a:r>
            <a:endParaRPr lang="en-US" sz="1800" b="0" i="0" u="none">
              <a:solidFill>
                <a:srgbClr val="202124"/>
              </a:solidFill>
              <a:latin typeface="Arial" panose="020B0604020202020204"/>
              <a:ea typeface="Arial" panose="020B0604020202020204"/>
              <a:cs typeface="Arial" panose="020B0604020202020204"/>
              <a:sym typeface="Arial" panose="020B0604020202020204"/>
            </a:endParaRPr>
          </a:p>
        </p:txBody>
      </p:sp>
      <p:sp>
        <p:nvSpPr>
          <p:cNvPr id="383" name="Google Shape;383;p36"/>
          <p:cNvSpPr txBox="1"/>
          <p:nvPr/>
        </p:nvSpPr>
        <p:spPr>
          <a:xfrm>
            <a:off x="1844675" y="1052512"/>
            <a:ext cx="5967412" cy="792162"/>
          </a:xfrm>
          <a:prstGeom prst="rect">
            <a:avLst/>
          </a:prstGeom>
          <a:solidFill>
            <a:schemeClr val="accent1"/>
          </a:solidFill>
          <a:ln w="25400" cap="flat" cmpd="sng">
            <a:solidFill>
              <a:srgbClr val="89A4A7"/>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Arial" panose="020B0604020202020204"/>
              <a:buNone/>
            </a:pPr>
            <a:r>
              <a:rPr lang="en-US" sz="2400" b="1" i="0" u="none">
                <a:solidFill>
                  <a:schemeClr val="dk1"/>
                </a:solidFill>
                <a:latin typeface="Arial" panose="020B0604020202020204"/>
                <a:ea typeface="Arial" panose="020B0604020202020204"/>
                <a:cs typeface="Arial" panose="020B0604020202020204"/>
                <a:sym typeface="Arial" panose="020B0604020202020204"/>
              </a:rPr>
              <a:t>SWOT ANALYSIS</a:t>
            </a:r>
            <a:endParaRPr lang="en-US" sz="2400" b="1" i="0" u="none">
              <a:solidFill>
                <a:schemeClr val="dk1"/>
              </a:solidFill>
              <a:latin typeface="Arial" panose="020B0604020202020204"/>
              <a:ea typeface="Arial" panose="020B0604020202020204"/>
              <a:cs typeface="Arial" panose="020B0604020202020204"/>
              <a:sym typeface="Arial" panose="020B0604020202020204"/>
            </a:endParaRPr>
          </a:p>
        </p:txBody>
      </p:sp>
      <p:pic>
        <p:nvPicPr>
          <p:cNvPr id="384" name="Google Shape;384;p36"/>
          <p:cNvPicPr preferRelativeResize="0"/>
          <p:nvPr/>
        </p:nvPicPr>
        <p:blipFill rotWithShape="1">
          <a:blip r:embed="rId1"/>
          <a:srcRect/>
          <a:stretch>
            <a:fillRect/>
          </a:stretch>
        </p:blipFill>
        <p:spPr>
          <a:xfrm>
            <a:off x="6350" y="6165850"/>
            <a:ext cx="9144000" cy="669925"/>
          </a:xfrm>
          <a:prstGeom prst="rect">
            <a:avLst/>
          </a:prstGeom>
          <a:noFill/>
          <a:ln>
            <a:noFill/>
          </a:ln>
        </p:spPr>
      </p:pic>
      <p:pic>
        <p:nvPicPr>
          <p:cNvPr id="385" name="Google Shape;385;p36"/>
          <p:cNvPicPr preferRelativeResize="0"/>
          <p:nvPr/>
        </p:nvPicPr>
        <p:blipFill rotWithShape="1">
          <a:blip r:embed="rId2"/>
          <a:srcRect/>
          <a:stretch>
            <a:fillRect/>
          </a:stretch>
        </p:blipFill>
        <p:spPr>
          <a:xfrm>
            <a:off x="7510462" y="5054600"/>
            <a:ext cx="1549400" cy="993775"/>
          </a:xfrm>
          <a:prstGeom prst="rect">
            <a:avLst/>
          </a:prstGeom>
          <a:noFill/>
          <a:ln>
            <a:noFill/>
          </a:ln>
        </p:spPr>
      </p:pic>
      <p:pic>
        <p:nvPicPr>
          <p:cNvPr id="386" name="Google Shape;386;p36" descr="BracU Logo | Brac University"/>
          <p:cNvPicPr preferRelativeResize="0"/>
          <p:nvPr/>
        </p:nvPicPr>
        <p:blipFill rotWithShape="1">
          <a:blip r:embed="rId3"/>
          <a:srcRect/>
          <a:stretch>
            <a:fillRect/>
          </a:stretch>
        </p:blipFill>
        <p:spPr>
          <a:xfrm>
            <a:off x="84137" y="5054600"/>
            <a:ext cx="1549400" cy="112077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390" name="Shape 390"/>
        <p:cNvGrpSpPr/>
        <p:nvPr/>
      </p:nvGrpSpPr>
      <p:grpSpPr>
        <a:xfrm>
          <a:off x="0" y="0"/>
          <a:ext cx="0" cy="0"/>
          <a:chOff x="0" y="0"/>
          <a:chExt cx="0" cy="0"/>
        </a:xfrm>
      </p:grpSpPr>
      <p:pic>
        <p:nvPicPr>
          <p:cNvPr id="391" name="Google Shape;391;p37" descr="SWOT Analysis | Benefits, Limitation, Example of SWOT Analysis"/>
          <p:cNvPicPr preferRelativeResize="0"/>
          <p:nvPr/>
        </p:nvPicPr>
        <p:blipFill rotWithShape="1">
          <a:blip r:embed="rId1"/>
          <a:srcRect/>
          <a:stretch>
            <a:fillRect/>
          </a:stretch>
        </p:blipFill>
        <p:spPr>
          <a:xfrm>
            <a:off x="1555750" y="476250"/>
            <a:ext cx="6049962" cy="4738687"/>
          </a:xfrm>
          <a:prstGeom prst="rect">
            <a:avLst/>
          </a:prstGeom>
          <a:noFill/>
          <a:ln>
            <a:noFill/>
          </a:ln>
        </p:spPr>
      </p:pic>
      <p:pic>
        <p:nvPicPr>
          <p:cNvPr id="392" name="Google Shape;392;p37"/>
          <p:cNvPicPr preferRelativeResize="0"/>
          <p:nvPr/>
        </p:nvPicPr>
        <p:blipFill rotWithShape="1">
          <a:blip r:embed="rId2"/>
          <a:srcRect/>
          <a:stretch>
            <a:fillRect/>
          </a:stretch>
        </p:blipFill>
        <p:spPr>
          <a:xfrm>
            <a:off x="6350" y="6165850"/>
            <a:ext cx="9144000" cy="669925"/>
          </a:xfrm>
          <a:prstGeom prst="rect">
            <a:avLst/>
          </a:prstGeom>
          <a:noFill/>
          <a:ln>
            <a:noFill/>
          </a:ln>
        </p:spPr>
      </p:pic>
      <p:pic>
        <p:nvPicPr>
          <p:cNvPr id="393" name="Google Shape;393;p37"/>
          <p:cNvPicPr preferRelativeResize="0"/>
          <p:nvPr/>
        </p:nvPicPr>
        <p:blipFill rotWithShape="1">
          <a:blip r:embed="rId3"/>
          <a:srcRect/>
          <a:stretch>
            <a:fillRect/>
          </a:stretch>
        </p:blipFill>
        <p:spPr>
          <a:xfrm>
            <a:off x="7510462" y="5054600"/>
            <a:ext cx="1549400" cy="993775"/>
          </a:xfrm>
          <a:prstGeom prst="rect">
            <a:avLst/>
          </a:prstGeom>
          <a:noFill/>
          <a:ln>
            <a:noFill/>
          </a:ln>
        </p:spPr>
      </p:pic>
      <p:pic>
        <p:nvPicPr>
          <p:cNvPr id="394" name="Google Shape;394;p37" descr="BracU Logo | Brac University"/>
          <p:cNvPicPr preferRelativeResize="0"/>
          <p:nvPr/>
        </p:nvPicPr>
        <p:blipFill rotWithShape="1">
          <a:blip r:embed="rId4"/>
          <a:srcRect/>
          <a:stretch>
            <a:fillRect/>
          </a:stretch>
        </p:blipFill>
        <p:spPr>
          <a:xfrm>
            <a:off x="84137" y="5054600"/>
            <a:ext cx="1549400" cy="112077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399" name="Shape 399"/>
        <p:cNvGrpSpPr/>
        <p:nvPr/>
      </p:nvGrpSpPr>
      <p:grpSpPr>
        <a:xfrm>
          <a:off x="0" y="0"/>
          <a:ext cx="0" cy="0"/>
          <a:chOff x="0" y="0"/>
          <a:chExt cx="0" cy="0"/>
        </a:xfrm>
      </p:grpSpPr>
      <p:sp>
        <p:nvSpPr>
          <p:cNvPr id="400" name="Google Shape;400;p38"/>
          <p:cNvSpPr txBox="1"/>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Clr>
                <a:schemeClr val="dk1"/>
              </a:buClr>
              <a:buSzPts val="3200"/>
              <a:buFont typeface="Arial" panose="020B0604020202020204"/>
              <a:buNone/>
            </a:pPr>
          </a:p>
        </p:txBody>
      </p:sp>
      <p:sp>
        <p:nvSpPr>
          <p:cNvPr id="401" name="Google Shape;401;p38"/>
          <p:cNvSpPr/>
          <p:nvPr/>
        </p:nvSpPr>
        <p:spPr>
          <a:xfrm>
            <a:off x="1281112" y="692150"/>
            <a:ext cx="6719887" cy="5308600"/>
          </a:xfrm>
          <a:prstGeom prst="roundRect">
            <a:avLst>
              <a:gd name="adj" fmla="val 16667"/>
            </a:avLst>
          </a:prstGeom>
          <a:solidFill>
            <a:srgbClr val="FFD95C"/>
          </a:solidFill>
          <a:ln w="9525" cap="flat" cmpd="sng">
            <a:solidFill>
              <a:srgbClr val="F7A427"/>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panose="020B0604020202020204"/>
              <a:ea typeface="Arial" panose="020B0604020202020204"/>
              <a:cs typeface="Arial" panose="020B0604020202020204"/>
              <a:sym typeface="Arial" panose="020B0604020202020204"/>
            </a:endParaRPr>
          </a:p>
        </p:txBody>
      </p:sp>
      <p:sp>
        <p:nvSpPr>
          <p:cNvPr id="402" name="Google Shape;402;p38"/>
          <p:cNvSpPr txBox="1"/>
          <p:nvPr/>
        </p:nvSpPr>
        <p:spPr>
          <a:xfrm>
            <a:off x="7486650" y="1714500"/>
            <a:ext cx="376237" cy="55403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FFD95C"/>
              </a:buClr>
              <a:buSzPts val="3000"/>
              <a:buFont typeface="Arial" panose="020B0604020202020204"/>
              <a:buNone/>
            </a:pPr>
            <a:r>
              <a:rPr lang="en-US" sz="3000" b="1" i="0" u="none">
                <a:solidFill>
                  <a:srgbClr val="FFD95C"/>
                </a:solidFill>
                <a:latin typeface="Arial" panose="020B0604020202020204"/>
                <a:ea typeface="Arial" panose="020B0604020202020204"/>
                <a:cs typeface="Arial" panose="020B0604020202020204"/>
                <a:sym typeface="Arial" panose="020B0604020202020204"/>
              </a:rPr>
              <a:t>*</a:t>
            </a:r>
            <a:endParaRPr lang="en-US" sz="3000" b="1" i="0" u="none">
              <a:solidFill>
                <a:srgbClr val="FFD95C"/>
              </a:solidFill>
              <a:latin typeface="Arial" panose="020B0604020202020204"/>
              <a:ea typeface="Arial" panose="020B0604020202020204"/>
              <a:cs typeface="Arial" panose="020B0604020202020204"/>
              <a:sym typeface="Arial" panose="020B0604020202020204"/>
            </a:endParaRPr>
          </a:p>
        </p:txBody>
      </p:sp>
      <p:sp>
        <p:nvSpPr>
          <p:cNvPr id="403" name="Google Shape;403;p38"/>
          <p:cNvSpPr txBox="1"/>
          <p:nvPr/>
        </p:nvSpPr>
        <p:spPr>
          <a:xfrm>
            <a:off x="6515100" y="857250"/>
            <a:ext cx="457200" cy="55403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660066"/>
              </a:buClr>
              <a:buSzPts val="3000"/>
              <a:buFont typeface="Arial" panose="020B0604020202020204"/>
              <a:buNone/>
            </a:pPr>
            <a:r>
              <a:rPr lang="en-US" sz="3000" b="1" i="0" u="none">
                <a:solidFill>
                  <a:srgbClr val="660066"/>
                </a:solidFill>
                <a:latin typeface="Arial" panose="020B0604020202020204"/>
                <a:ea typeface="Arial" panose="020B0604020202020204"/>
                <a:cs typeface="Arial" panose="020B0604020202020204"/>
                <a:sym typeface="Arial" panose="020B0604020202020204"/>
              </a:rPr>
              <a:t>*</a:t>
            </a:r>
            <a:endParaRPr lang="en-US" sz="3000" b="1" i="0" u="none">
              <a:solidFill>
                <a:srgbClr val="660066"/>
              </a:solidFill>
              <a:latin typeface="Arial" panose="020B0604020202020204"/>
              <a:ea typeface="Arial" panose="020B0604020202020204"/>
              <a:cs typeface="Arial" panose="020B0604020202020204"/>
              <a:sym typeface="Arial" panose="020B0604020202020204"/>
            </a:endParaRPr>
          </a:p>
        </p:txBody>
      </p:sp>
      <p:sp>
        <p:nvSpPr>
          <p:cNvPr id="404" name="Google Shape;404;p38"/>
          <p:cNvSpPr txBox="1"/>
          <p:nvPr/>
        </p:nvSpPr>
        <p:spPr>
          <a:xfrm>
            <a:off x="1485900" y="1908175"/>
            <a:ext cx="6115050" cy="1708150"/>
          </a:xfrm>
          <a:prstGeom prst="rect">
            <a:avLst/>
          </a:prstGeom>
          <a:noFill/>
          <a:ln>
            <a:noFill/>
          </a:ln>
        </p:spPr>
        <p:txBody>
          <a:bodyPr spcFirstLastPara="1" wrap="square" lIns="91425" tIns="45700" rIns="91425" bIns="45700" anchor="t" anchorCtr="0">
            <a:spAutoFit/>
          </a:bodyPr>
          <a:lstStyle/>
          <a:p>
            <a:pPr marL="257175" marR="0" lvl="0" indent="-257175" algn="l" rtl="0">
              <a:lnSpc>
                <a:spcPct val="100000"/>
              </a:lnSpc>
              <a:spcBef>
                <a:spcPts val="0"/>
              </a:spcBef>
              <a:spcAft>
                <a:spcPts val="0"/>
              </a:spcAft>
              <a:buClr>
                <a:schemeClr val="dk1"/>
              </a:buClr>
              <a:buSzPts val="1800"/>
              <a:buFont typeface="Arial" panose="020B0604020202020204"/>
              <a:buNone/>
            </a:pPr>
            <a:endParaRPr sz="1800" b="0" i="0" u="none">
              <a:solidFill>
                <a:srgbClr val="000000"/>
              </a:solidFill>
              <a:latin typeface="Helvetica Neue" panose="020B0604020202020204"/>
              <a:ea typeface="Helvetica Neue" panose="020B0604020202020204"/>
              <a:cs typeface="Helvetica Neue" panose="020B0604020202020204"/>
              <a:sym typeface="Helvetica Neue" panose="020B0604020202020204"/>
            </a:endParaRPr>
          </a:p>
          <a:p>
            <a:pPr marL="257175" marR="0" lvl="0" indent="-257175" algn="l" rtl="0">
              <a:lnSpc>
                <a:spcPct val="100000"/>
              </a:lnSpc>
              <a:spcBef>
                <a:spcPts val="0"/>
              </a:spcBef>
              <a:spcAft>
                <a:spcPts val="0"/>
              </a:spcAft>
              <a:buClr>
                <a:srgbClr val="000000"/>
              </a:buClr>
              <a:buSzPts val="1800"/>
              <a:buFont typeface="Helvetica Neue" panose="020B0604020202020204"/>
              <a:buNone/>
            </a:pPr>
            <a:r>
              <a:rPr lang="en-US" sz="1800" b="0" i="0" u="none">
                <a:solidFill>
                  <a:srgbClr val="000000"/>
                </a:solidFill>
                <a:latin typeface="Helvetica Neue" panose="020B0604020202020204"/>
                <a:ea typeface="Helvetica Neue" panose="020B0604020202020204"/>
                <a:cs typeface="Helvetica Neue" panose="020B0604020202020204"/>
                <a:sym typeface="Helvetica Neue" panose="020B0604020202020204"/>
              </a:rPr>
              <a:t>Any individual or group who can affect or are affected by the achievement of a firm’s objectives </a:t>
            </a:r>
            <a:endParaRPr sz="1800" b="1" i="0" u="none">
              <a:solidFill>
                <a:srgbClr val="000000"/>
              </a:solidFill>
              <a:latin typeface="Helvetica Neue" panose="020B0604020202020204"/>
              <a:ea typeface="Helvetica Neue" panose="020B0604020202020204"/>
              <a:cs typeface="Helvetica Neue" panose="020B0604020202020204"/>
              <a:sym typeface="Helvetica Neue" panose="020B0604020202020204"/>
            </a:endParaRPr>
          </a:p>
          <a:p>
            <a:pPr marL="257175" marR="0" lvl="0" indent="-142875" algn="l" rtl="0">
              <a:lnSpc>
                <a:spcPct val="100000"/>
              </a:lnSpc>
              <a:spcBef>
                <a:spcPts val="0"/>
              </a:spcBef>
              <a:spcAft>
                <a:spcPts val="0"/>
              </a:spcAft>
              <a:buClr>
                <a:schemeClr val="dk1"/>
              </a:buClr>
              <a:buSzPts val="1800"/>
              <a:buFont typeface="Arial" panose="020B0604020202020204"/>
              <a:buNone/>
            </a:pPr>
            <a:endParaRPr sz="1800" b="1" i="0" u="none">
              <a:solidFill>
                <a:srgbClr val="000000"/>
              </a:solidFill>
              <a:latin typeface="Helvetica Neue" panose="020B0604020202020204"/>
              <a:ea typeface="Helvetica Neue" panose="020B0604020202020204"/>
              <a:cs typeface="Helvetica Neue" panose="020B0604020202020204"/>
              <a:sym typeface="Helvetica Neue" panose="020B0604020202020204"/>
            </a:endParaRPr>
          </a:p>
          <a:p>
            <a:pPr marL="257175" marR="0" lvl="0" indent="-257175" algn="l" rtl="0">
              <a:lnSpc>
                <a:spcPct val="100000"/>
              </a:lnSpc>
              <a:spcBef>
                <a:spcPts val="0"/>
              </a:spcBef>
              <a:spcAft>
                <a:spcPts val="0"/>
              </a:spcAft>
              <a:buClr>
                <a:schemeClr val="dk1"/>
              </a:buClr>
              <a:buSzPts val="1800"/>
              <a:buFont typeface="Arial" panose="020B0604020202020204"/>
              <a:buNone/>
            </a:pPr>
            <a:endParaRPr sz="1800" b="0" i="1" u="none">
              <a:solidFill>
                <a:srgbClr val="000000"/>
              </a:solidFill>
              <a:latin typeface="Helvetica Neue" panose="020B0604020202020204"/>
              <a:ea typeface="Helvetica Neue" panose="020B0604020202020204"/>
              <a:cs typeface="Helvetica Neue" panose="020B0604020202020204"/>
              <a:sym typeface="Helvetica Neue" panose="020B0604020202020204"/>
            </a:endParaRPr>
          </a:p>
          <a:p>
            <a:pPr marL="0" marR="0" lvl="0" indent="0" algn="l" rtl="0">
              <a:lnSpc>
                <a:spcPct val="100000"/>
              </a:lnSpc>
              <a:spcBef>
                <a:spcPts val="0"/>
              </a:spcBef>
              <a:spcAft>
                <a:spcPts val="0"/>
              </a:spcAft>
              <a:buNone/>
            </a:pPr>
            <a:endParaRPr sz="1800" b="0" i="1" u="none">
              <a:solidFill>
                <a:srgbClr val="000000"/>
              </a:solidFill>
              <a:latin typeface="Helvetica Neue" panose="020B0604020202020204"/>
              <a:ea typeface="Helvetica Neue" panose="020B0604020202020204"/>
              <a:cs typeface="Helvetica Neue" panose="020B0604020202020204"/>
              <a:sym typeface="Helvetica Neue" panose="020B0604020202020204"/>
            </a:endParaRPr>
          </a:p>
        </p:txBody>
      </p:sp>
      <p:sp>
        <p:nvSpPr>
          <p:cNvPr id="405" name="Google Shape;405;p38"/>
          <p:cNvSpPr txBox="1"/>
          <p:nvPr>
            <p:ph type="ctrTitle"/>
          </p:nvPr>
        </p:nvSpPr>
        <p:spPr>
          <a:xfrm>
            <a:off x="1662112" y="971550"/>
            <a:ext cx="5829300" cy="9525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rgbClr val="007FA3"/>
              </a:buClr>
              <a:buSzPts val="2100"/>
              <a:buFont typeface="Helvetica Neue" panose="020B0604020202020204"/>
              <a:buNone/>
            </a:pPr>
            <a:r>
              <a:rPr lang="en-US" sz="2100" b="1" i="0" u="none">
                <a:solidFill>
                  <a:srgbClr val="007FA3"/>
                </a:solidFill>
                <a:latin typeface="Helvetica Neue" panose="020B0604020202020204"/>
                <a:ea typeface="Helvetica Neue" panose="020B0604020202020204"/>
                <a:cs typeface="Helvetica Neue" panose="020B0604020202020204"/>
                <a:sym typeface="Helvetica Neue" panose="020B0604020202020204"/>
              </a:rPr>
              <a:t>Stakeholders</a:t>
            </a:r>
            <a:endParaRPr lang="en-US" sz="2100" b="1" i="0" u="none">
              <a:solidFill>
                <a:srgbClr val="007FA3"/>
              </a:solidFill>
              <a:latin typeface="Helvetica Neue" panose="020B0604020202020204"/>
              <a:ea typeface="Helvetica Neue" panose="020B0604020202020204"/>
              <a:cs typeface="Helvetica Neue" panose="020B0604020202020204"/>
              <a:sym typeface="Helvetica Neue" panose="020B0604020202020204"/>
            </a:endParaRPr>
          </a:p>
        </p:txBody>
      </p:sp>
      <p:sp>
        <p:nvSpPr>
          <p:cNvPr id="406" name="Google Shape;406;p38"/>
          <p:cNvSpPr txBox="1"/>
          <p:nvPr/>
        </p:nvSpPr>
        <p:spPr>
          <a:xfrm>
            <a:off x="6572250" y="5657850"/>
            <a:ext cx="1428750" cy="3429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900"/>
              <a:buFont typeface="Times New Roman" panose="02020603050405020304"/>
              <a:buNone/>
            </a:pPr>
            <a:r>
              <a:rPr lang="en-US" sz="900" b="0" i="0" u="none">
                <a:solidFill>
                  <a:srgbClr val="000000"/>
                </a:solidFill>
                <a:latin typeface="Times New Roman" panose="02020603050405020304"/>
                <a:ea typeface="Times New Roman" panose="02020603050405020304"/>
                <a:cs typeface="Times New Roman" panose="02020603050405020304"/>
                <a:sym typeface="Times New Roman" panose="02020603050405020304"/>
              </a:rPr>
              <a:t>1-</a:t>
            </a:r>
            <a:fld id="{00000000-1234-1234-1234-123412341234}" type="slidenum">
              <a:rPr lang="en-US" sz="900" b="0" i="0" u="none">
                <a:solidFill>
                  <a:srgbClr val="000000"/>
                </a:solidFill>
                <a:latin typeface="Times New Roman" panose="02020603050405020304"/>
                <a:ea typeface="Times New Roman" panose="02020603050405020304"/>
                <a:cs typeface="Times New Roman" panose="02020603050405020304"/>
                <a:sym typeface="Times New Roman" panose="02020603050405020304"/>
              </a:rPr>
            </a:fld>
            <a:endParaRPr lang="en-US" sz="900" b="0" i="0" u="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407" name="Google Shape;407;p38"/>
          <p:cNvSpPr txBox="1"/>
          <p:nvPr/>
        </p:nvSpPr>
        <p:spPr>
          <a:xfrm>
            <a:off x="2228850" y="3143250"/>
            <a:ext cx="5095875" cy="1730375"/>
          </a:xfrm>
          <a:prstGeom prst="rect">
            <a:avLst/>
          </a:prstGeom>
          <a:noFill/>
          <a:ln>
            <a:noFill/>
          </a:ln>
        </p:spPr>
        <p:txBody>
          <a:bodyPr spcFirstLastPara="1" wrap="square" lIns="91425" tIns="45700" rIns="91425" bIns="45700" anchor="t" anchorCtr="0">
            <a:spAutoFit/>
          </a:bodyPr>
          <a:lstStyle/>
          <a:p>
            <a:pPr marL="257175" marR="0" lvl="0" indent="-257175" algn="l" rtl="0">
              <a:lnSpc>
                <a:spcPct val="100000"/>
              </a:lnSpc>
              <a:spcBef>
                <a:spcPts val="0"/>
              </a:spcBef>
              <a:spcAft>
                <a:spcPts val="0"/>
              </a:spcAft>
              <a:buClr>
                <a:schemeClr val="dk1"/>
              </a:buClr>
              <a:buSzPts val="1900"/>
              <a:buFont typeface="Arial" panose="020B0604020202020204"/>
              <a:buNone/>
            </a:pPr>
            <a:endParaRPr sz="1900" b="0" i="0" u="none">
              <a:solidFill>
                <a:srgbClr val="000000"/>
              </a:solidFill>
              <a:latin typeface="Arial" panose="020B0604020202020204"/>
              <a:ea typeface="Arial" panose="020B0604020202020204"/>
              <a:cs typeface="Arial" panose="020B0604020202020204"/>
              <a:sym typeface="Arial" panose="020B0604020202020204"/>
            </a:endParaRPr>
          </a:p>
          <a:p>
            <a:pPr marL="257175" marR="0" lvl="0" indent="-257175" algn="l" rtl="0">
              <a:lnSpc>
                <a:spcPct val="100000"/>
              </a:lnSpc>
              <a:spcBef>
                <a:spcPts val="0"/>
              </a:spcBef>
              <a:spcAft>
                <a:spcPts val="0"/>
              </a:spcAft>
              <a:buClr>
                <a:srgbClr val="000000"/>
              </a:buClr>
              <a:buSzPts val="1800"/>
              <a:buFont typeface="Arial" panose="020B0604020202020204"/>
              <a:buChar char="•"/>
            </a:pPr>
            <a:r>
              <a:rPr lang="en-US" sz="1800" b="1" i="0" u="none">
                <a:solidFill>
                  <a:srgbClr val="000000"/>
                </a:solidFill>
                <a:latin typeface="Helvetica Neue" panose="020B0604020202020204"/>
                <a:ea typeface="Helvetica Neue" panose="020B0604020202020204"/>
                <a:cs typeface="Helvetica Neue" panose="020B0604020202020204"/>
                <a:sym typeface="Helvetica Neue" panose="020B0604020202020204"/>
              </a:rPr>
              <a:t>Stakeholders- </a:t>
            </a:r>
            <a:r>
              <a:rPr lang="en-US" sz="1800" b="0" i="0" u="none">
                <a:solidFill>
                  <a:srgbClr val="000000"/>
                </a:solidFill>
                <a:latin typeface="Helvetica Neue" panose="020B0604020202020204"/>
                <a:ea typeface="Helvetica Neue" panose="020B0604020202020204"/>
                <a:cs typeface="Helvetica Neue" panose="020B0604020202020204"/>
                <a:sym typeface="Helvetica Neue" panose="020B0604020202020204"/>
              </a:rPr>
              <a:t>customers, employees, stockholders, suppliers, government etc</a:t>
            </a:r>
            <a:r>
              <a:rPr lang="en-US" sz="1800" b="1" i="0" u="none">
                <a:solidFill>
                  <a:srgbClr val="000000"/>
                </a:solidFill>
                <a:latin typeface="Helvetica Neue" panose="020B0604020202020204"/>
                <a:ea typeface="Helvetica Neue" panose="020B0604020202020204"/>
                <a:cs typeface="Helvetica Neue" panose="020B0604020202020204"/>
                <a:sym typeface="Helvetica Neue" panose="020B0604020202020204"/>
              </a:rPr>
              <a:t>.</a:t>
            </a:r>
            <a:endParaRPr lang="en-US" sz="1800" b="1" i="0" u="none">
              <a:solidFill>
                <a:srgbClr val="000000"/>
              </a:solidFill>
              <a:latin typeface="Helvetica Neue" panose="020B0604020202020204"/>
              <a:ea typeface="Helvetica Neue" panose="020B0604020202020204"/>
              <a:cs typeface="Helvetica Neue" panose="020B0604020202020204"/>
              <a:sym typeface="Helvetica Neue" panose="020B0604020202020204"/>
            </a:endParaRPr>
          </a:p>
          <a:p>
            <a:pPr marL="257175" marR="0" lvl="0" indent="-142875" algn="l" rtl="0">
              <a:lnSpc>
                <a:spcPct val="100000"/>
              </a:lnSpc>
              <a:spcBef>
                <a:spcPts val="0"/>
              </a:spcBef>
              <a:spcAft>
                <a:spcPts val="0"/>
              </a:spcAft>
              <a:buClr>
                <a:schemeClr val="dk1"/>
              </a:buClr>
              <a:buSzPts val="1800"/>
              <a:buFont typeface="Arial" panose="020B0604020202020204"/>
              <a:buNone/>
            </a:pPr>
            <a:endParaRPr sz="1800" b="1" i="0" u="none">
              <a:solidFill>
                <a:srgbClr val="000000"/>
              </a:solidFill>
              <a:latin typeface="Helvetica Neue" panose="020B0604020202020204"/>
              <a:ea typeface="Helvetica Neue" panose="020B0604020202020204"/>
              <a:cs typeface="Helvetica Neue" panose="020B0604020202020204"/>
              <a:sym typeface="Helvetica Neue" panose="020B0604020202020204"/>
            </a:endParaRPr>
          </a:p>
          <a:p>
            <a:pPr marL="257175" marR="0" lvl="0" indent="-257175" algn="l" rtl="0">
              <a:lnSpc>
                <a:spcPct val="100000"/>
              </a:lnSpc>
              <a:spcBef>
                <a:spcPts val="0"/>
              </a:spcBef>
              <a:spcAft>
                <a:spcPts val="0"/>
              </a:spcAft>
              <a:buClr>
                <a:schemeClr val="dk1"/>
              </a:buClr>
              <a:buSzPts val="1800"/>
              <a:buFont typeface="Arial" panose="020B0604020202020204"/>
              <a:buNone/>
            </a:pPr>
            <a:endParaRPr sz="1800" b="0" i="1" u="none">
              <a:solidFill>
                <a:srgbClr val="000000"/>
              </a:solidFill>
              <a:latin typeface="Helvetica Neue" panose="020B0604020202020204"/>
              <a:ea typeface="Helvetica Neue" panose="020B0604020202020204"/>
              <a:cs typeface="Helvetica Neue" panose="020B0604020202020204"/>
              <a:sym typeface="Helvetica Neue" panose="020B0604020202020204"/>
            </a:endParaRPr>
          </a:p>
          <a:p>
            <a:pPr marL="0" marR="0" lvl="0" indent="0" algn="l" rtl="0">
              <a:lnSpc>
                <a:spcPct val="100000"/>
              </a:lnSpc>
              <a:spcBef>
                <a:spcPts val="0"/>
              </a:spcBef>
              <a:spcAft>
                <a:spcPts val="0"/>
              </a:spcAft>
              <a:buNone/>
            </a:pPr>
            <a:endParaRPr sz="1800" b="0" i="1" u="none">
              <a:solidFill>
                <a:srgbClr val="000000"/>
              </a:solidFill>
              <a:latin typeface="Helvetica Neue" panose="020B0604020202020204"/>
              <a:ea typeface="Helvetica Neue" panose="020B0604020202020204"/>
              <a:cs typeface="Helvetica Neue" panose="020B0604020202020204"/>
              <a:sym typeface="Helvetica Neue" panose="020B0604020202020204"/>
            </a:endParaRPr>
          </a:p>
        </p:txBody>
      </p:sp>
      <p:pic>
        <p:nvPicPr>
          <p:cNvPr id="408" name="Google Shape;408;p38" descr="Stakeholder Maps - Keep the Important People Happy | Interaction ..."/>
          <p:cNvPicPr preferRelativeResize="0"/>
          <p:nvPr/>
        </p:nvPicPr>
        <p:blipFill rotWithShape="1">
          <a:blip r:embed="rId1"/>
          <a:srcRect/>
          <a:stretch>
            <a:fillRect/>
          </a:stretch>
        </p:blipFill>
        <p:spPr>
          <a:xfrm>
            <a:off x="1885950" y="3005137"/>
            <a:ext cx="5715000" cy="2652712"/>
          </a:xfrm>
          <a:prstGeom prst="rect">
            <a:avLst/>
          </a:prstGeom>
          <a:noFill/>
          <a:ln>
            <a:noFill/>
          </a:ln>
        </p:spPr>
      </p:pic>
      <p:pic>
        <p:nvPicPr>
          <p:cNvPr id="409" name="Google Shape;409;p38"/>
          <p:cNvPicPr preferRelativeResize="0"/>
          <p:nvPr/>
        </p:nvPicPr>
        <p:blipFill rotWithShape="1">
          <a:blip r:embed="rId2"/>
          <a:srcRect/>
          <a:stretch>
            <a:fillRect/>
          </a:stretch>
        </p:blipFill>
        <p:spPr>
          <a:xfrm>
            <a:off x="6350" y="6165850"/>
            <a:ext cx="9144000" cy="669925"/>
          </a:xfrm>
          <a:prstGeom prst="rect">
            <a:avLst/>
          </a:prstGeom>
          <a:noFill/>
          <a:ln>
            <a:noFill/>
          </a:ln>
        </p:spPr>
      </p:pic>
      <p:pic>
        <p:nvPicPr>
          <p:cNvPr id="410" name="Google Shape;410;p38"/>
          <p:cNvPicPr preferRelativeResize="0"/>
          <p:nvPr/>
        </p:nvPicPr>
        <p:blipFill rotWithShape="1">
          <a:blip r:embed="rId3"/>
          <a:srcRect/>
          <a:stretch>
            <a:fillRect/>
          </a:stretch>
        </p:blipFill>
        <p:spPr>
          <a:xfrm>
            <a:off x="7510462" y="5054600"/>
            <a:ext cx="1549400" cy="993775"/>
          </a:xfrm>
          <a:prstGeom prst="rect">
            <a:avLst/>
          </a:prstGeom>
          <a:noFill/>
          <a:ln>
            <a:noFill/>
          </a:ln>
        </p:spPr>
      </p:pic>
      <p:pic>
        <p:nvPicPr>
          <p:cNvPr id="411" name="Google Shape;411;p38" descr="BracU Logo | Brac University"/>
          <p:cNvPicPr preferRelativeResize="0"/>
          <p:nvPr/>
        </p:nvPicPr>
        <p:blipFill rotWithShape="1">
          <a:blip r:embed="rId4"/>
          <a:srcRect/>
          <a:stretch>
            <a:fillRect/>
          </a:stretch>
        </p:blipFill>
        <p:spPr>
          <a:xfrm>
            <a:off x="84137" y="5054600"/>
            <a:ext cx="1549400" cy="1120775"/>
          </a:xfrm>
          <a:prstGeom prst="rect">
            <a:avLst/>
          </a:prstGeom>
          <a:noFill/>
          <a:ln>
            <a:noFill/>
          </a:ln>
        </p:spPr>
      </p:pic>
    </p:spTree>
  </p:cSld>
  <p:clrMapOvr>
    <a:masterClrMapping/>
  </p:clrMapOvr>
</p:sld>
</file>

<file path=ppt/theme/theme1.xml><?xml version="1.0" encoding="utf-8"?>
<a:theme xmlns:a="http://schemas.openxmlformats.org/drawingml/2006/main" name="2_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3_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3639</Words>
  <Application>WPS Presentation</Application>
  <PresentationFormat/>
  <Paragraphs>225</Paragraphs>
  <Slides>18</Slides>
  <Notes>0</Notes>
  <HiddenSlides>0</HiddenSlides>
  <MMClips>0</MMClips>
  <ScaleCrop>false</ScaleCrop>
  <HeadingPairs>
    <vt:vector size="6" baseType="variant">
      <vt:variant>
        <vt:lpstr>已用的字体</vt:lpstr>
      </vt:variant>
      <vt:variant>
        <vt:i4>14</vt:i4>
      </vt:variant>
      <vt:variant>
        <vt:lpstr>主题</vt:lpstr>
      </vt:variant>
      <vt:variant>
        <vt:i4>2</vt:i4>
      </vt:variant>
      <vt:variant>
        <vt:lpstr>幻灯片标题</vt:lpstr>
      </vt:variant>
      <vt:variant>
        <vt:i4>18</vt:i4>
      </vt:variant>
    </vt:vector>
  </HeadingPairs>
  <TitlesOfParts>
    <vt:vector size="34" baseType="lpstr">
      <vt:lpstr>Arial</vt:lpstr>
      <vt:lpstr>SimSun</vt:lpstr>
      <vt:lpstr>Wingdings</vt:lpstr>
      <vt:lpstr>Arial</vt:lpstr>
      <vt:lpstr>Times</vt:lpstr>
      <vt:lpstr>Times New Roman</vt:lpstr>
      <vt:lpstr>Calibri</vt:lpstr>
      <vt:lpstr>Helvetica Neue</vt:lpstr>
      <vt:lpstr>Tahoma</vt:lpstr>
      <vt:lpstr>Times New Roman</vt:lpstr>
      <vt:lpstr>Arimo</vt:lpstr>
      <vt:lpstr>Microsoft YaHei</vt:lpstr>
      <vt:lpstr>Arial Unicode MS</vt:lpstr>
      <vt:lpstr>Arial Black</vt:lpstr>
      <vt:lpstr>2_Default Design</vt:lpstr>
      <vt:lpstr>3_Default Design</vt:lpstr>
      <vt:lpstr>PowerPoint 演示文稿</vt:lpstr>
      <vt:lpstr>PowerPoint 演示文稿</vt:lpstr>
      <vt:lpstr>PowerPoint 演示文稿</vt:lpstr>
      <vt:lpstr>PowerPoint 演示文稿</vt:lpstr>
      <vt:lpstr>PowerPoint 演示文稿</vt:lpstr>
      <vt:lpstr>Business Environment The Business Environment is the sum total of all external and internal  factors that influence a business. An external business environment is composed of all the outside factors or influences that impact the  operation of business. </vt:lpstr>
      <vt:lpstr>1. Political, Economic &amp; Legal Environment</vt:lpstr>
      <vt:lpstr>2. TECHNOLOGICAL ENVIRONMENT</vt:lpstr>
      <vt:lpstr>BENEFITS of TECHNOLOGY</vt:lpstr>
      <vt:lpstr>3. COMPETITIVE ENVIRONMENT </vt:lpstr>
      <vt:lpstr>4. SOCIAL ENVIRONMENT </vt:lpstr>
      <vt:lpstr>5. GLOBAL ENVIRONMENT</vt:lpstr>
      <vt:lpstr>6. Ecological Environment</vt:lpstr>
      <vt:lpstr>PowerPoint 演示文稿</vt:lpstr>
      <vt:lpstr>PowerPoint 演示文稿</vt:lpstr>
      <vt:lpstr>PowerPoint 演示文稿</vt:lpstr>
      <vt:lpstr>PowerPoint 演示文稿</vt:lpstr>
      <vt:lpstr>Stakeholders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Zoeb-Ur- Rahman</cp:lastModifiedBy>
  <cp:revision>4</cp:revision>
  <dcterms:created xsi:type="dcterms:W3CDTF">2024-05-26T17:46:00Z</dcterms:created>
  <dcterms:modified xsi:type="dcterms:W3CDTF">2024-10-25T17:01:36Z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CB8C12ABBA234471903F04942512C208_13</vt:lpwstr>
  </property>
  <property fmtid="{D5CDD505-2E9C-101B-9397-08002B2CF9AE}" pid="3" name="KSOProductBuildVer">
    <vt:lpwstr>1033-12.2.0.18607</vt:lpwstr>
  </property>
</Properties>
</file>